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wdp" ContentType="image/vnd.ms-photo"/>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64" r:id="rId1"/>
  </p:sldMasterIdLst>
  <p:notesMasterIdLst>
    <p:notesMasterId r:id="rId24"/>
  </p:notesMasterIdLst>
  <p:sldIdLst>
    <p:sldId id="257" r:id="rId2"/>
    <p:sldId id="259" r:id="rId3"/>
    <p:sldId id="282" r:id="rId4"/>
    <p:sldId id="261" r:id="rId5"/>
    <p:sldId id="260" r:id="rId6"/>
    <p:sldId id="264" r:id="rId7"/>
    <p:sldId id="262" r:id="rId8"/>
    <p:sldId id="263" r:id="rId9"/>
    <p:sldId id="265" r:id="rId10"/>
    <p:sldId id="266" r:id="rId11"/>
    <p:sldId id="267" r:id="rId12"/>
    <p:sldId id="271" r:id="rId13"/>
    <p:sldId id="272" r:id="rId14"/>
    <p:sldId id="273" r:id="rId15"/>
    <p:sldId id="274" r:id="rId16"/>
    <p:sldId id="275" r:id="rId17"/>
    <p:sldId id="276" r:id="rId18"/>
    <p:sldId id="277" r:id="rId19"/>
    <p:sldId id="279" r:id="rId20"/>
    <p:sldId id="280" r:id="rId21"/>
    <p:sldId id="278" r:id="rId22"/>
    <p:sldId id="281"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CCCC"/>
    <a:srgbClr val="666699"/>
    <a:srgbClr val="000000"/>
    <a:srgbClr val="66FFCC"/>
    <a:srgbClr val="C7A1C4"/>
    <a:srgbClr val="6699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p:scale>
          <a:sx n="60" d="100"/>
          <a:sy n="60" d="100"/>
        </p:scale>
        <p:origin x="908" y="1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AC1EF50-A2CF-42EE-9E10-509FC14DCE4D}" type="datetimeFigureOut">
              <a:rPr lang="en-IN" smtClean="0"/>
              <a:t>20-08-2026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6AF6FF8-D5C4-4452-BCE8-DD3FD808D06D}" type="slidenum">
              <a:rPr lang="en-IN" smtClean="0"/>
              <a:t>‹#›</a:t>
            </a:fld>
            <a:endParaRPr lang="en-IN"/>
          </a:p>
        </p:txBody>
      </p:sp>
    </p:spTree>
    <p:extLst>
      <p:ext uri="{BB962C8B-B14F-4D97-AF65-F5344CB8AC3E}">
        <p14:creationId xmlns:p14="http://schemas.microsoft.com/office/powerpoint/2010/main" val="35976778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6AF6FF8-D5C4-4452-BCE8-DD3FD808D06D}" type="slidenum">
              <a:rPr lang="en-IN" smtClean="0"/>
              <a:t>12</a:t>
            </a:fld>
            <a:endParaRPr lang="en-IN"/>
          </a:p>
        </p:txBody>
      </p:sp>
    </p:spTree>
    <p:extLst>
      <p:ext uri="{BB962C8B-B14F-4D97-AF65-F5344CB8AC3E}">
        <p14:creationId xmlns:p14="http://schemas.microsoft.com/office/powerpoint/2010/main" val="90622390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26BE46-E974-0C45-2EDF-84624B6F1D6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1F10019-7956-486E-0775-1CA29145B81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209E376-70B8-529B-90DA-AC1412AAEBC3}"/>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F9F77756-609A-7660-BF75-37003F041E5F}"/>
              </a:ext>
            </a:extLst>
          </p:cNvPr>
          <p:cNvSpPr>
            <a:spLocks noGrp="1"/>
          </p:cNvSpPr>
          <p:nvPr>
            <p:ph type="sldNum" sz="quarter" idx="5"/>
          </p:nvPr>
        </p:nvSpPr>
        <p:spPr/>
        <p:txBody>
          <a:bodyPr/>
          <a:lstStyle/>
          <a:p>
            <a:fld id="{B6AF6FF8-D5C4-4452-BCE8-DD3FD808D06D}" type="slidenum">
              <a:rPr lang="en-IN" smtClean="0"/>
              <a:t>13</a:t>
            </a:fld>
            <a:endParaRPr lang="en-IN"/>
          </a:p>
        </p:txBody>
      </p:sp>
    </p:spTree>
    <p:extLst>
      <p:ext uri="{BB962C8B-B14F-4D97-AF65-F5344CB8AC3E}">
        <p14:creationId xmlns:p14="http://schemas.microsoft.com/office/powerpoint/2010/main" val="288065425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D3B1F1-856E-12DD-A5C4-A649F24A4B9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563061D-3C97-B32C-E3CA-A8FB79F0218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58E4C8F-5871-30A3-4442-5DAD77BA16FE}"/>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43E66D62-6D8A-167C-9573-E5ADA5D7E85B}"/>
              </a:ext>
            </a:extLst>
          </p:cNvPr>
          <p:cNvSpPr>
            <a:spLocks noGrp="1"/>
          </p:cNvSpPr>
          <p:nvPr>
            <p:ph type="sldNum" sz="quarter" idx="5"/>
          </p:nvPr>
        </p:nvSpPr>
        <p:spPr/>
        <p:txBody>
          <a:bodyPr/>
          <a:lstStyle/>
          <a:p>
            <a:fld id="{B6AF6FF8-D5C4-4452-BCE8-DD3FD808D06D}" type="slidenum">
              <a:rPr lang="en-IN" smtClean="0"/>
              <a:t>14</a:t>
            </a:fld>
            <a:endParaRPr lang="en-IN"/>
          </a:p>
        </p:txBody>
      </p:sp>
    </p:spTree>
    <p:extLst>
      <p:ext uri="{BB962C8B-B14F-4D97-AF65-F5344CB8AC3E}">
        <p14:creationId xmlns:p14="http://schemas.microsoft.com/office/powerpoint/2010/main" val="101990568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with Picture">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0" y="4939257"/>
            <a:ext cx="5898630" cy="480373"/>
          </a:xfrm>
        </p:spPr>
        <p:txBody>
          <a:bodyPr vert="horz" lIns="91440" tIns="45720" rIns="91440" bIns="45720" rtlCol="0" anchor="t">
            <a:normAutofit/>
          </a:bodyPr>
          <a:lstStyle>
            <a:lvl1pPr>
              <a:defRPr lang="en-US" dirty="0"/>
            </a:lvl1pPr>
          </a:lstStyle>
          <a:p>
            <a:pPr lvl="0"/>
            <a:r>
              <a:rPr lang="en-US"/>
              <a:t>Click to edit Master subtitle style</a:t>
            </a:r>
            <a:endParaRPr lang="en-US" dirty="0"/>
          </a:p>
        </p:txBody>
      </p:sp>
      <p:sp>
        <p:nvSpPr>
          <p:cNvPr id="6" name="Picture Placeholder 10">
            <a:extLst>
              <a:ext uri="{FF2B5EF4-FFF2-40B4-BE49-F238E27FC236}">
                <a16:creationId xmlns:a16="http://schemas.microsoft.com/office/drawing/2014/main" id="{C58F7861-05FC-CC70-0C94-F3BAE39E54EB}"/>
              </a:ext>
            </a:extLst>
          </p:cNvPr>
          <p:cNvSpPr>
            <a:spLocks noGrp="1"/>
          </p:cNvSpPr>
          <p:nvPr>
            <p:ph type="pic" sz="quarter" idx="13" hasCustomPrompt="1"/>
          </p:nvPr>
        </p:nvSpPr>
        <p:spPr>
          <a:xfrm>
            <a:off x="0" y="-1"/>
            <a:ext cx="12192000" cy="4784036"/>
          </a:xfrm>
          <a:blipFill>
            <a:blip r:embed="rId2">
              <a:alphaModFix amt="70000"/>
            </a:blip>
            <a:stretch>
              <a:fillRect/>
            </a:stretch>
          </a:blipFill>
        </p:spPr>
        <p:txBody>
          <a:bodyPr/>
          <a:lstStyle>
            <a:lvl1pPr>
              <a:defRPr/>
            </a:lvl1pPr>
          </a:lstStyle>
          <a:p>
            <a:r>
              <a:rPr lang="en-US" dirty="0"/>
              <a:t> </a:t>
            </a:r>
          </a:p>
        </p:txBody>
      </p:sp>
      <p:sp>
        <p:nvSpPr>
          <p:cNvPr id="5" name="Footer Placeholder 4">
            <a:extLst>
              <a:ext uri="{FF2B5EF4-FFF2-40B4-BE49-F238E27FC236}">
                <a16:creationId xmlns:a16="http://schemas.microsoft.com/office/drawing/2014/main" id="{FDEC7B0B-C375-9D64-1424-3B07B71AF1FE}"/>
              </a:ext>
            </a:extLst>
          </p:cNvPr>
          <p:cNvSpPr>
            <a:spLocks noGrp="1"/>
          </p:cNvSpPr>
          <p:nvPr>
            <p:ph type="ftr" sz="quarter" idx="15"/>
          </p:nvPr>
        </p:nvSpPr>
        <p:spPr>
          <a:xfrm>
            <a:off x="6205927" y="4939715"/>
            <a:ext cx="4420031" cy="479458"/>
          </a:xfrm>
        </p:spPr>
        <p:txBody>
          <a:bodyPr anchor="t"/>
          <a:lstStyle>
            <a:lvl1pPr>
              <a:defRPr sz="1400"/>
            </a:lvl1pPr>
          </a:lstStyle>
          <a:p>
            <a:endParaRPr lang="en-IN"/>
          </a:p>
        </p:txBody>
      </p:sp>
      <p:sp>
        <p:nvSpPr>
          <p:cNvPr id="8" name="Slide Number Placeholder 7">
            <a:extLst>
              <a:ext uri="{FF2B5EF4-FFF2-40B4-BE49-F238E27FC236}">
                <a16:creationId xmlns:a16="http://schemas.microsoft.com/office/drawing/2014/main" id="{A9117021-C08A-0E4F-5F64-FC1A870E4815}"/>
              </a:ext>
            </a:extLst>
          </p:cNvPr>
          <p:cNvSpPr>
            <a:spLocks noGrp="1"/>
          </p:cNvSpPr>
          <p:nvPr>
            <p:ph type="sldNum" sz="quarter" idx="16"/>
          </p:nvPr>
        </p:nvSpPr>
        <p:spPr>
          <a:xfrm>
            <a:off x="11762792" y="4939257"/>
            <a:ext cx="429207" cy="365125"/>
          </a:xfrm>
        </p:spPr>
        <p:txBody>
          <a:bodyPr/>
          <a:lstStyle/>
          <a:p>
            <a:fld id="{A6323855-97CC-421D-B418-FB285CAF60C3}" type="slidenum">
              <a:rPr lang="en-IN" smtClean="0"/>
              <a:t>‹#›</a:t>
            </a:fld>
            <a:endParaRPr lang="en-IN"/>
          </a:p>
        </p:txBody>
      </p:sp>
      <p:pic>
        <p:nvPicPr>
          <p:cNvPr id="12" name="Graphic 11">
            <a:extLst>
              <a:ext uri="{FF2B5EF4-FFF2-40B4-BE49-F238E27FC236}">
                <a16:creationId xmlns:a16="http://schemas.microsoft.com/office/drawing/2014/main" id="{9001D668-DD9C-F5B4-B191-51BDD0B30825}"/>
              </a:ext>
            </a:extLst>
          </p:cNvPr>
          <p:cNvPicPr>
            <a:picLocks noChangeAspect="1"/>
          </p:cNvPicPr>
          <p:nvPr/>
        </p:nvPicPr>
        <p:blipFill>
          <a:blip>
            <a:extLst>
              <a:ext uri="{96DAC541-7B7A-43D3-8B79-37D633B846F1}">
                <asvg:svgBlip xmlns="" xmlns:asvg="http://schemas.microsoft.com/office/drawing/2016/SVG/main" r:embed="rId3"/>
              </a:ext>
            </a:extLst>
          </a:blip>
          <a:stretch>
            <a:fillRect/>
          </a:stretch>
        </p:blipFill>
        <p:spPr>
          <a:xfrm>
            <a:off x="11103035" y="5873424"/>
            <a:ext cx="1005840" cy="1005840"/>
          </a:xfrm>
          <a:prstGeom prst="rect">
            <a:avLst/>
          </a:prstGeom>
        </p:spPr>
      </p:pic>
      <p:sp>
        <p:nvSpPr>
          <p:cNvPr id="4" name="Title 3">
            <a:extLst>
              <a:ext uri="{FF2B5EF4-FFF2-40B4-BE49-F238E27FC236}">
                <a16:creationId xmlns:a16="http://schemas.microsoft.com/office/drawing/2014/main" id="{009A08CF-24F0-EC7D-277D-CB831E7E7930}"/>
              </a:ext>
            </a:extLst>
          </p:cNvPr>
          <p:cNvSpPr>
            <a:spLocks noGrp="1"/>
          </p:cNvSpPr>
          <p:nvPr>
            <p:ph type="title"/>
          </p:nvPr>
        </p:nvSpPr>
        <p:spPr>
          <a:xfrm>
            <a:off x="-19847" y="5718869"/>
            <a:ext cx="5916168" cy="1143000"/>
          </a:xfrm>
        </p:spPr>
        <p:txBody>
          <a:bodyPr anchor="b">
            <a:normAutofit/>
          </a:bodyPr>
          <a:lstStyle>
            <a:lvl1pPr>
              <a:lnSpc>
                <a:spcPct val="60000"/>
              </a:lnSpc>
              <a:defRPr sz="5200"/>
            </a:lvl1pPr>
          </a:lstStyle>
          <a:p>
            <a:r>
              <a:rPr lang="en-US"/>
              <a:t>Click to edit Master title style</a:t>
            </a:r>
            <a:endParaRPr lang="en-US" dirty="0"/>
          </a:p>
        </p:txBody>
      </p:sp>
    </p:spTree>
    <p:extLst>
      <p:ext uri="{BB962C8B-B14F-4D97-AF65-F5344CB8AC3E}">
        <p14:creationId xmlns:p14="http://schemas.microsoft.com/office/powerpoint/2010/main" val="616463496"/>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B406F310-2B8D-3C32-560C-686817E6B487}"/>
              </a:ext>
            </a:extLst>
          </p:cNvPr>
          <p:cNvSpPr>
            <a:spLocks noGrp="1"/>
          </p:cNvSpPr>
          <p:nvPr>
            <p:ph type="title"/>
          </p:nvPr>
        </p:nvSpPr>
        <p:spPr>
          <a:xfrm>
            <a:off x="516249" y="1012175"/>
            <a:ext cx="11113008" cy="849793"/>
          </a:xfrm>
        </p:spPr>
        <p:txBody>
          <a:bodyPr/>
          <a:lstStyle/>
          <a:p>
            <a:r>
              <a:rPr lang="en-US"/>
              <a:t>Click to edit Master title style</a:t>
            </a:r>
            <a:endParaRPr lang="en-US" dirty="0"/>
          </a:p>
        </p:txBody>
      </p:sp>
      <p:sp>
        <p:nvSpPr>
          <p:cNvPr id="7" name="Footer Placeholder 6">
            <a:extLst>
              <a:ext uri="{FF2B5EF4-FFF2-40B4-BE49-F238E27FC236}">
                <a16:creationId xmlns:a16="http://schemas.microsoft.com/office/drawing/2014/main" id="{64FD1A6D-2D8E-1FD1-C1AC-CB5E9D5A15CD}"/>
              </a:ext>
            </a:extLst>
          </p:cNvPr>
          <p:cNvSpPr>
            <a:spLocks noGrp="1"/>
          </p:cNvSpPr>
          <p:nvPr>
            <p:ph type="ftr" sz="quarter" idx="11"/>
          </p:nvPr>
        </p:nvSpPr>
        <p:spPr>
          <a:xfrm>
            <a:off x="542375" y="110364"/>
            <a:ext cx="5276852" cy="365125"/>
          </a:xfrm>
        </p:spPr>
        <p:txBody>
          <a:bodyPr/>
          <a:lstStyle/>
          <a:p>
            <a:endParaRPr lang="en-IN"/>
          </a:p>
        </p:txBody>
      </p:sp>
      <p:sp>
        <p:nvSpPr>
          <p:cNvPr id="2" name="Date Placeholder 1">
            <a:extLst>
              <a:ext uri="{FF2B5EF4-FFF2-40B4-BE49-F238E27FC236}">
                <a16:creationId xmlns:a16="http://schemas.microsoft.com/office/drawing/2014/main" id="{1FADE430-EE65-B675-F031-7651DE9D69AC}"/>
              </a:ext>
            </a:extLst>
          </p:cNvPr>
          <p:cNvSpPr>
            <a:spLocks noGrp="1"/>
          </p:cNvSpPr>
          <p:nvPr>
            <p:ph type="dt" sz="half" idx="10"/>
          </p:nvPr>
        </p:nvSpPr>
        <p:spPr/>
        <p:txBody>
          <a:bodyPr/>
          <a:lstStyle/>
          <a:p>
            <a:fld id="{E717201E-EE50-4FEC-B1E6-13A61E9DD986}" type="datetimeFigureOut">
              <a:rPr lang="en-IN" smtClean="0"/>
              <a:t>20-08-2026</a:t>
            </a:fld>
            <a:endParaRPr lang="en-IN"/>
          </a:p>
        </p:txBody>
      </p:sp>
      <p:sp>
        <p:nvSpPr>
          <p:cNvPr id="9" name="Slide Number Placeholder 8">
            <a:extLst>
              <a:ext uri="{FF2B5EF4-FFF2-40B4-BE49-F238E27FC236}">
                <a16:creationId xmlns:a16="http://schemas.microsoft.com/office/drawing/2014/main" id="{27305BC9-1670-00D4-5A66-F52444DA9C94}"/>
              </a:ext>
            </a:extLst>
          </p:cNvPr>
          <p:cNvSpPr>
            <a:spLocks noGrp="1"/>
          </p:cNvSpPr>
          <p:nvPr>
            <p:ph type="sldNum" sz="quarter" idx="12"/>
          </p:nvPr>
        </p:nvSpPr>
        <p:spPr>
          <a:xfrm>
            <a:off x="11123959" y="104649"/>
            <a:ext cx="429207" cy="365125"/>
          </a:xfrm>
        </p:spPr>
        <p:txBody>
          <a:bodyPr/>
          <a:lstStyle/>
          <a:p>
            <a:fld id="{A6323855-97CC-421D-B418-FB285CAF60C3}" type="slidenum">
              <a:rPr lang="en-IN" smtClean="0"/>
              <a:t>‹#›</a:t>
            </a:fld>
            <a:endParaRPr lang="en-IN"/>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539496" y="2115542"/>
            <a:ext cx="11013670" cy="44515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119451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with Picture 2">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0" y="5457214"/>
            <a:ext cx="4206240" cy="1380744"/>
          </a:xfrm>
        </p:spPr>
        <p:txBody>
          <a:bodyPr vert="horz" lIns="91440" tIns="45720" rIns="91440" bIns="45720" rtlCol="0" anchor="b">
            <a:normAutofit/>
          </a:bodyPr>
          <a:lstStyle>
            <a:lvl1pPr>
              <a:defRPr lang="en-US" dirty="0"/>
            </a:lvl1pPr>
          </a:lstStyle>
          <a:p>
            <a:pPr lvl="0"/>
            <a:r>
              <a:rPr lang="en-US"/>
              <a:t>Click to edit Master subtitle style</a:t>
            </a:r>
            <a:endParaRPr lang="en-US" dirty="0"/>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6096000" y="0"/>
            <a:ext cx="6096000" cy="6858000"/>
          </a:xfrm>
          <a:blipFill>
            <a:blip r:embed="rId2">
              <a:alphaModFix amt="70000"/>
            </a:blip>
            <a:stretch>
              <a:fillRect/>
            </a:stretch>
          </a:blipFill>
        </p:spPr>
        <p:txBody>
          <a:bodyPr/>
          <a:lstStyle>
            <a:lvl1pPr>
              <a:defRPr/>
            </a:lvl1pPr>
          </a:lstStyle>
          <a:p>
            <a:r>
              <a:rPr lang="en-US" dirty="0"/>
              <a:t> </a:t>
            </a:r>
          </a:p>
        </p:txBody>
      </p:sp>
      <p:sp>
        <p:nvSpPr>
          <p:cNvPr id="4" name="Title 3">
            <a:extLst>
              <a:ext uri="{FF2B5EF4-FFF2-40B4-BE49-F238E27FC236}">
                <a16:creationId xmlns:a16="http://schemas.microsoft.com/office/drawing/2014/main" id="{E9134185-2980-312E-60AF-F360D16FB9EB}"/>
              </a:ext>
            </a:extLst>
          </p:cNvPr>
          <p:cNvSpPr>
            <a:spLocks noGrp="1"/>
          </p:cNvSpPr>
          <p:nvPr>
            <p:ph type="title"/>
          </p:nvPr>
        </p:nvSpPr>
        <p:spPr>
          <a:xfrm>
            <a:off x="-18288" y="81290"/>
            <a:ext cx="4654296" cy="3739896"/>
          </a:xfrm>
        </p:spPr>
        <p:txBody>
          <a:bodyPr/>
          <a:lstStyle/>
          <a:p>
            <a:r>
              <a:rPr lang="en-US"/>
              <a:t>Click to edit Master title style</a:t>
            </a:r>
            <a:endParaRPr lang="en-US" dirty="0"/>
          </a:p>
        </p:txBody>
      </p:sp>
    </p:spTree>
    <p:extLst>
      <p:ext uri="{BB962C8B-B14F-4D97-AF65-F5344CB8AC3E}">
        <p14:creationId xmlns:p14="http://schemas.microsoft.com/office/powerpoint/2010/main" val="2470404736"/>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 y="6174463"/>
            <a:ext cx="5891134" cy="654839"/>
          </a:xfrm>
        </p:spPr>
        <p:txBody>
          <a:bodyPr vert="horz" lIns="91440" tIns="45720" rIns="91440" bIns="45720" rtlCol="0" anchor="b">
            <a:normAutofit/>
          </a:bodyPr>
          <a:lstStyle>
            <a:lvl1pPr>
              <a:defRPr lang="en-US" dirty="0"/>
            </a:lvl1pPr>
          </a:lstStyle>
          <a:p>
            <a:pPr lvl="0"/>
            <a:r>
              <a:rPr lang="en-US"/>
              <a:t>Click to edit Master subtitle style</a:t>
            </a:r>
            <a:endParaRPr lang="en-US" dirty="0"/>
          </a:p>
        </p:txBody>
      </p:sp>
      <p:pic>
        <p:nvPicPr>
          <p:cNvPr id="7" name="Graphic 6">
            <a:extLst>
              <a:ext uri="{FF2B5EF4-FFF2-40B4-BE49-F238E27FC236}">
                <a16:creationId xmlns:a16="http://schemas.microsoft.com/office/drawing/2014/main" id="{D29E0058-93A2-5291-6ACA-A0430862664F}"/>
              </a:ext>
            </a:extLst>
          </p:cNvPr>
          <p:cNvPicPr>
            <a:picLocks noChangeAspect="1"/>
          </p:cNvPicPr>
          <p:nvPr/>
        </p:nvPicPr>
        <p:blipFill>
          <a:blip>
            <a:extLst>
              <a:ext uri="{96DAC541-7B7A-43D3-8B79-37D633B846F1}">
                <asvg:svgBlip xmlns="" xmlns:asvg="http://schemas.microsoft.com/office/drawing/2016/SVG/main" r:embed="rId2"/>
              </a:ext>
            </a:extLst>
          </a:blip>
          <a:stretch>
            <a:fillRect/>
          </a:stretch>
        </p:blipFill>
        <p:spPr>
          <a:xfrm>
            <a:off x="11103035" y="5873424"/>
            <a:ext cx="1005840" cy="1005840"/>
          </a:xfrm>
          <a:prstGeom prst="rect">
            <a:avLst/>
          </a:prstGeom>
        </p:spPr>
      </p:pic>
      <p:sp>
        <p:nvSpPr>
          <p:cNvPr id="5" name="Footer Placeholder 4">
            <a:extLst>
              <a:ext uri="{FF2B5EF4-FFF2-40B4-BE49-F238E27FC236}">
                <a16:creationId xmlns:a16="http://schemas.microsoft.com/office/drawing/2014/main" id="{AA3F14EE-EFB3-D2DC-CEAA-621D66627158}"/>
              </a:ext>
            </a:extLst>
          </p:cNvPr>
          <p:cNvSpPr>
            <a:spLocks noGrp="1"/>
          </p:cNvSpPr>
          <p:nvPr>
            <p:ph type="ftr" sz="quarter" idx="11"/>
          </p:nvPr>
        </p:nvSpPr>
        <p:spPr/>
        <p:txBody>
          <a:bodyPr/>
          <a:lstStyle/>
          <a:p>
            <a:endParaRPr lang="en-IN"/>
          </a:p>
        </p:txBody>
      </p:sp>
      <p:sp>
        <p:nvSpPr>
          <p:cNvPr id="4" name="Date Placeholder 3">
            <a:extLst>
              <a:ext uri="{FF2B5EF4-FFF2-40B4-BE49-F238E27FC236}">
                <a16:creationId xmlns:a16="http://schemas.microsoft.com/office/drawing/2014/main" id="{7D33E0DC-DE5C-286F-36BD-6985F4A6C3DB}"/>
              </a:ext>
            </a:extLst>
          </p:cNvPr>
          <p:cNvSpPr>
            <a:spLocks noGrp="1"/>
          </p:cNvSpPr>
          <p:nvPr>
            <p:ph type="dt" sz="half" idx="10"/>
          </p:nvPr>
        </p:nvSpPr>
        <p:spPr/>
        <p:txBody>
          <a:bodyPr/>
          <a:lstStyle/>
          <a:p>
            <a:fld id="{E717201E-EE50-4FEC-B1E6-13A61E9DD986}" type="datetimeFigureOut">
              <a:rPr lang="en-IN" smtClean="0"/>
              <a:t>20-08-2026</a:t>
            </a:fld>
            <a:endParaRPr lang="en-IN"/>
          </a:p>
        </p:txBody>
      </p:sp>
      <p:sp>
        <p:nvSpPr>
          <p:cNvPr id="10" name="Slide Number Placeholder 9">
            <a:extLst>
              <a:ext uri="{FF2B5EF4-FFF2-40B4-BE49-F238E27FC236}">
                <a16:creationId xmlns:a16="http://schemas.microsoft.com/office/drawing/2014/main" id="{1207AF81-9CDB-689F-CE00-62257104ECAA}"/>
              </a:ext>
            </a:extLst>
          </p:cNvPr>
          <p:cNvSpPr>
            <a:spLocks noGrp="1"/>
          </p:cNvSpPr>
          <p:nvPr>
            <p:ph type="sldNum" sz="quarter" idx="12"/>
          </p:nvPr>
        </p:nvSpPr>
        <p:spPr/>
        <p:txBody>
          <a:bodyPr/>
          <a:lstStyle/>
          <a:p>
            <a:fld id="{A6323855-97CC-421D-B418-FB285CAF60C3}" type="slidenum">
              <a:rPr lang="en-IN" smtClean="0"/>
              <a:t>‹#›</a:t>
            </a:fld>
            <a:endParaRPr lang="en-IN"/>
          </a:p>
        </p:txBody>
      </p:sp>
      <p:sp>
        <p:nvSpPr>
          <p:cNvPr id="6" name="Title 5">
            <a:extLst>
              <a:ext uri="{FF2B5EF4-FFF2-40B4-BE49-F238E27FC236}">
                <a16:creationId xmlns:a16="http://schemas.microsoft.com/office/drawing/2014/main" id="{570B1373-40A5-190F-BE9F-8FC310F7B0D2}"/>
              </a:ext>
            </a:extLst>
          </p:cNvPr>
          <p:cNvSpPr>
            <a:spLocks noGrp="1"/>
          </p:cNvSpPr>
          <p:nvPr>
            <p:ph type="title"/>
          </p:nvPr>
        </p:nvSpPr>
        <p:spPr>
          <a:xfrm>
            <a:off x="-18288" y="2159632"/>
            <a:ext cx="9683496" cy="3776472"/>
          </a:xfrm>
        </p:spPr>
        <p:txBody>
          <a:bodyPr anchor="b"/>
          <a:lstStyle/>
          <a:p>
            <a:r>
              <a:rPr lang="en-US"/>
              <a:t>Click to edit Master title style</a:t>
            </a:r>
          </a:p>
        </p:txBody>
      </p:sp>
    </p:spTree>
    <p:extLst>
      <p:ext uri="{BB962C8B-B14F-4D97-AF65-F5344CB8AC3E}">
        <p14:creationId xmlns:p14="http://schemas.microsoft.com/office/powerpoint/2010/main" val="3094157490"/>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tion Header">
    <p:bg>
      <p:bgRef idx="1001">
        <a:schemeClr val="bg1"/>
      </p:bgRef>
    </p:bg>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54E7A70C-B49B-5779-BA11-88AE4939E048}"/>
              </a:ext>
            </a:extLst>
          </p:cNvPr>
          <p:cNvPicPr>
            <a:picLocks noChangeAspect="1"/>
          </p:cNvPicPr>
          <p:nvPr/>
        </p:nvPicPr>
        <p:blipFill>
          <a:blip>
            <a:extLst>
              <a:ext uri="{96DAC541-7B7A-43D3-8B79-37D633B846F1}">
                <asvg:svgBlip xmlns="" xmlns:asvg="http://schemas.microsoft.com/office/drawing/2016/SVG/main" r:embed="rId2"/>
              </a:ext>
            </a:extLst>
          </a:blip>
          <a:stretch>
            <a:fillRect/>
          </a:stretch>
        </p:blipFill>
        <p:spPr>
          <a:xfrm>
            <a:off x="11377355" y="83125"/>
            <a:ext cx="731520" cy="731520"/>
          </a:xfrm>
          <a:prstGeom prst="rect">
            <a:avLst/>
          </a:prstGeom>
        </p:spPr>
      </p:pic>
      <p:sp>
        <p:nvSpPr>
          <p:cNvPr id="3" name="Title 2">
            <a:extLst>
              <a:ext uri="{FF2B5EF4-FFF2-40B4-BE49-F238E27FC236}">
                <a16:creationId xmlns:a16="http://schemas.microsoft.com/office/drawing/2014/main" id="{68197F50-0DC4-261A-813C-264E7361D716}"/>
              </a:ext>
            </a:extLst>
          </p:cNvPr>
          <p:cNvSpPr>
            <a:spLocks noGrp="1"/>
          </p:cNvSpPr>
          <p:nvPr>
            <p:ph type="title"/>
          </p:nvPr>
        </p:nvSpPr>
        <p:spPr>
          <a:xfrm>
            <a:off x="-18288" y="2184032"/>
            <a:ext cx="8074152" cy="4718304"/>
          </a:xfrm>
        </p:spPr>
        <p:txBody>
          <a:bodyPr anchor="b"/>
          <a:lstStyle/>
          <a:p>
            <a:r>
              <a:rPr lang="en-US"/>
              <a:t>Click to edit Master title style</a:t>
            </a:r>
            <a:endParaRPr lang="en-US" dirty="0"/>
          </a:p>
        </p:txBody>
      </p:sp>
    </p:spTree>
    <p:extLst>
      <p:ext uri="{BB962C8B-B14F-4D97-AF65-F5344CB8AC3E}">
        <p14:creationId xmlns:p14="http://schemas.microsoft.com/office/powerpoint/2010/main" val="2054208927"/>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18288" y="82296"/>
            <a:ext cx="8139659" cy="1554480"/>
          </a:xfrm>
        </p:spPr>
        <p:txBody>
          <a:bodyPr anchor="t">
            <a:normAutofit/>
          </a:bodyPr>
          <a:lstStyle>
            <a:lvl1pPr>
              <a:defRPr sz="5600"/>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1" y="1896472"/>
            <a:ext cx="8139660" cy="3557904"/>
          </a:xfrm>
        </p:spPr>
        <p:txBody>
          <a:bodyPr>
            <a:normAutofit/>
          </a:bodyPr>
          <a:lstStyle>
            <a:lvl1pPr marL="342900" indent="-342900">
              <a:buFont typeface="+mj-lt"/>
              <a:buAutoNum type="arabicPeriod"/>
              <a:defRPr sz="1400"/>
            </a:lvl1pPr>
            <a:lvl2pPr marL="571500" indent="-342900">
              <a:buFont typeface="+mj-lt"/>
              <a:buAutoNum type="arabicPeriod"/>
              <a:defRPr sz="1400"/>
            </a:lvl2pPr>
            <a:lvl3pPr marL="800100" indent="-342900">
              <a:buFont typeface="+mj-lt"/>
              <a:buAutoNum type="arabicPeriod"/>
              <a:defRPr sz="1400"/>
            </a:lvl3pPr>
            <a:lvl4pPr marL="1028700" indent="-342900">
              <a:buFont typeface="+mj-lt"/>
              <a:buAutoNum type="arabicPeriod"/>
              <a:defRPr sz="1400"/>
            </a:lvl4pPr>
            <a:lvl5pPr marL="1257300" indent="-342900">
              <a:buFont typeface="+mj-lt"/>
              <a:buAutoNum type="arabicPeriod"/>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Oval 7">
            <a:extLst>
              <a:ext uri="{FF2B5EF4-FFF2-40B4-BE49-F238E27FC236}">
                <a16:creationId xmlns:a16="http://schemas.microsoft.com/office/drawing/2014/main" id="{175C8E38-E957-9E3C-9A05-717C0F009AB9}"/>
              </a:ext>
            </a:extLst>
          </p:cNvPr>
          <p:cNvSpPr/>
          <p:nvPr/>
        </p:nvSpPr>
        <p:spPr>
          <a:xfrm>
            <a:off x="8552512" y="3218512"/>
            <a:ext cx="3557904" cy="3557904"/>
          </a:xfrm>
          <a:prstGeom prst="ellipse">
            <a:avLst/>
          </a:prstGeom>
          <a:noFill/>
          <a:ln w="158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Slide Number Placeholder 5">
            <a:extLst>
              <a:ext uri="{FF2B5EF4-FFF2-40B4-BE49-F238E27FC236}">
                <a16:creationId xmlns:a16="http://schemas.microsoft.com/office/drawing/2014/main" id="{01E193C2-09EC-BB41-5A34-007D34EB8B49}"/>
              </a:ext>
            </a:extLst>
          </p:cNvPr>
          <p:cNvSpPr>
            <a:spLocks noGrp="1"/>
          </p:cNvSpPr>
          <p:nvPr>
            <p:ph type="sldNum" sz="quarter" idx="12"/>
          </p:nvPr>
        </p:nvSpPr>
        <p:spPr>
          <a:xfrm>
            <a:off x="11762793" y="100701"/>
            <a:ext cx="429207" cy="365125"/>
          </a:xfrm>
        </p:spPr>
        <p:txBody>
          <a:bodyPr/>
          <a:lstStyle/>
          <a:p>
            <a:fld id="{A6323855-97CC-421D-B418-FB285CAF60C3}" type="slidenum">
              <a:rPr lang="en-IN" smtClean="0"/>
              <a:t>‹#›</a:t>
            </a:fld>
            <a:endParaRPr lang="en-IN"/>
          </a:p>
        </p:txBody>
      </p:sp>
    </p:spTree>
    <p:extLst>
      <p:ext uri="{BB962C8B-B14F-4D97-AF65-F5344CB8AC3E}">
        <p14:creationId xmlns:p14="http://schemas.microsoft.com/office/powerpoint/2010/main" val="14761882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Agenda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6166396" y="621792"/>
            <a:ext cx="5386715" cy="1816898"/>
          </a:xfrm>
        </p:spPr>
        <p:txBody>
          <a:bodyPr anchor="t">
            <a:noAutofit/>
          </a:bodyPr>
          <a:lstStyle>
            <a:lvl1pPr>
              <a:defRPr sz="5600"/>
            </a:lvl1pPr>
          </a:lstStyle>
          <a:p>
            <a:r>
              <a:rPr lang="en-US"/>
              <a:t>Click to edit Master title style</a:t>
            </a:r>
            <a:endParaRPr lang="en-US" dirty="0"/>
          </a:p>
        </p:txBody>
      </p:sp>
      <p:sp>
        <p:nvSpPr>
          <p:cNvPr id="8" name="Picture Placeholder 7">
            <a:extLst>
              <a:ext uri="{FF2B5EF4-FFF2-40B4-BE49-F238E27FC236}">
                <a16:creationId xmlns:a16="http://schemas.microsoft.com/office/drawing/2014/main" id="{9AC20259-235D-F9C3-3788-C1457976F5AC}"/>
              </a:ext>
            </a:extLst>
          </p:cNvPr>
          <p:cNvSpPr>
            <a:spLocks noGrp="1"/>
          </p:cNvSpPr>
          <p:nvPr>
            <p:ph type="pic" sz="quarter" idx="14" hasCustomPrompt="1"/>
          </p:nvPr>
        </p:nvSpPr>
        <p:spPr>
          <a:xfrm>
            <a:off x="0" y="0"/>
            <a:ext cx="5906642" cy="6858000"/>
          </a:xfrm>
          <a:blipFill>
            <a:blip r:embed="rId2">
              <a:alphaModFix amt="70000"/>
            </a:blip>
            <a:stretch>
              <a:fillRect/>
            </a:stretch>
          </a:blipFill>
        </p:spPr>
        <p:txBody>
          <a:bodyPr/>
          <a:lstStyle>
            <a:lvl1pPr>
              <a:defRPr/>
            </a:lvl1pPr>
          </a:lstStyle>
          <a:p>
            <a:r>
              <a:rPr lang="en-US" dirty="0"/>
              <a:t> </a:t>
            </a: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6190488" y="110364"/>
            <a:ext cx="5349239" cy="365125"/>
          </a:xfrm>
        </p:spPr>
        <p:txBody>
          <a:bodyPr/>
          <a:lstStyle/>
          <a:p>
            <a:endParaRPr lang="en-IN"/>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11762793" y="110364"/>
            <a:ext cx="429207" cy="365125"/>
          </a:xfrm>
        </p:spPr>
        <p:txBody>
          <a:bodyPr/>
          <a:lstStyle/>
          <a:p>
            <a:fld id="{A6323855-97CC-421D-B418-FB285CAF60C3}" type="slidenum">
              <a:rPr lang="en-IN" smtClean="0"/>
              <a:t>‹#›</a:t>
            </a:fld>
            <a:endParaRPr lang="en-IN"/>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190488" y="2740228"/>
            <a:ext cx="5906642" cy="4096512"/>
          </a:xfrm>
        </p:spPr>
        <p:txBody>
          <a:bodyPr anchor="b">
            <a:normAutofit/>
          </a:bodyPr>
          <a:lstStyle>
            <a:lvl1pPr marL="342900" indent="-342900">
              <a:buFont typeface="+mj-lt"/>
              <a:buAutoNum type="arabicPeriod"/>
              <a:defRPr sz="1400"/>
            </a:lvl1pPr>
            <a:lvl2pPr marL="571500" indent="-342900">
              <a:buFont typeface="+mj-lt"/>
              <a:buAutoNum type="arabicPeriod"/>
              <a:defRPr sz="1400"/>
            </a:lvl2pPr>
            <a:lvl3pPr marL="800100" indent="-342900">
              <a:buFont typeface="+mj-lt"/>
              <a:buAutoNum type="arabicPeriod"/>
              <a:defRPr sz="1400"/>
            </a:lvl3pPr>
            <a:lvl4pPr marL="1028700" indent="-342900">
              <a:buFont typeface="+mj-lt"/>
              <a:buAutoNum type="arabicPeriod"/>
              <a:defRPr sz="1400"/>
            </a:lvl4pPr>
            <a:lvl5pPr marL="1257300" indent="-342900">
              <a:buFont typeface="+mj-lt"/>
              <a:buAutoNum type="arabicPeriod"/>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0008567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Content 2">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C0178B15-836F-D50E-D616-40C9373248FF}"/>
              </a:ext>
            </a:extLst>
          </p:cNvPr>
          <p:cNvSpPr>
            <a:spLocks noGrp="1"/>
          </p:cNvSpPr>
          <p:nvPr>
            <p:ph type="title"/>
          </p:nvPr>
        </p:nvSpPr>
        <p:spPr>
          <a:xfrm>
            <a:off x="539645" y="987552"/>
            <a:ext cx="5366480" cy="4044508"/>
          </a:xfrm>
        </p:spPr>
        <p:txBody>
          <a:bodyPr>
            <a:normAutofit/>
          </a:bodyPr>
          <a:lstStyle>
            <a:lvl1pPr>
              <a:defRPr sz="5600"/>
            </a:lvl1pPr>
          </a:lstStyle>
          <a:p>
            <a:r>
              <a:rPr lang="en-US"/>
              <a:t>Click to edit Master title style</a:t>
            </a:r>
            <a:endParaRPr lang="en-US" dirty="0"/>
          </a:p>
        </p:txBody>
      </p:sp>
      <p:sp>
        <p:nvSpPr>
          <p:cNvPr id="3" name="Footer Placeholder 4">
            <a:extLst>
              <a:ext uri="{FF2B5EF4-FFF2-40B4-BE49-F238E27FC236}">
                <a16:creationId xmlns:a16="http://schemas.microsoft.com/office/drawing/2014/main" id="{83A196D4-110B-6911-7AF5-9149D3FFF8BC}"/>
              </a:ext>
            </a:extLst>
          </p:cNvPr>
          <p:cNvSpPr>
            <a:spLocks noGrp="1"/>
          </p:cNvSpPr>
          <p:nvPr>
            <p:ph type="ftr" sz="quarter" idx="11"/>
          </p:nvPr>
        </p:nvSpPr>
        <p:spPr>
          <a:xfrm>
            <a:off x="532150" y="100701"/>
            <a:ext cx="5366480" cy="365125"/>
          </a:xfrm>
        </p:spPr>
        <p:txBody>
          <a:bodyPr/>
          <a:lstStyle/>
          <a:p>
            <a:endParaRPr lang="en-IN"/>
          </a:p>
        </p:txBody>
      </p:sp>
      <p:sp>
        <p:nvSpPr>
          <p:cNvPr id="2" name="Date Placeholder 3">
            <a:extLst>
              <a:ext uri="{FF2B5EF4-FFF2-40B4-BE49-F238E27FC236}">
                <a16:creationId xmlns:a16="http://schemas.microsoft.com/office/drawing/2014/main" id="{A8D9253F-93F3-9EB9-BFA6-49C9461DE0DB}"/>
              </a:ext>
            </a:extLst>
          </p:cNvPr>
          <p:cNvSpPr>
            <a:spLocks noGrp="1"/>
          </p:cNvSpPr>
          <p:nvPr>
            <p:ph type="dt" sz="half" idx="10"/>
          </p:nvPr>
        </p:nvSpPr>
        <p:spPr>
          <a:xfrm>
            <a:off x="6190488" y="100701"/>
            <a:ext cx="2940449" cy="365125"/>
          </a:xfrm>
        </p:spPr>
        <p:txBody>
          <a:bodyPr/>
          <a:lstStyle/>
          <a:p>
            <a:fld id="{E717201E-EE50-4FEC-B1E6-13A61E9DD986}" type="datetimeFigureOut">
              <a:rPr lang="en-IN" smtClean="0"/>
              <a:t>20-08-2026</a:t>
            </a:fld>
            <a:endParaRPr lang="en-IN"/>
          </a:p>
        </p:txBody>
      </p:sp>
      <p:sp>
        <p:nvSpPr>
          <p:cNvPr id="9" name="Slide Number Placeholder 5">
            <a:extLst>
              <a:ext uri="{FF2B5EF4-FFF2-40B4-BE49-F238E27FC236}">
                <a16:creationId xmlns:a16="http://schemas.microsoft.com/office/drawing/2014/main" id="{B94C6C96-D651-5D6B-830B-07E5A35424C7}"/>
              </a:ext>
            </a:extLst>
          </p:cNvPr>
          <p:cNvSpPr>
            <a:spLocks noGrp="1"/>
          </p:cNvSpPr>
          <p:nvPr>
            <p:ph type="sldNum" sz="quarter" idx="12"/>
          </p:nvPr>
        </p:nvSpPr>
        <p:spPr>
          <a:xfrm>
            <a:off x="11105731" y="100701"/>
            <a:ext cx="429207" cy="365125"/>
          </a:xfrm>
        </p:spPr>
        <p:txBody>
          <a:bodyPr/>
          <a:lstStyle/>
          <a:p>
            <a:fld id="{A6323855-97CC-421D-B418-FB285CAF60C3}" type="slidenum">
              <a:rPr lang="en-IN" smtClean="0"/>
              <a:t>‹#›</a:t>
            </a:fld>
            <a:endParaRPr lang="en-IN"/>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6190488" y="969264"/>
            <a:ext cx="5336753" cy="48180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4916315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539496" y="988979"/>
            <a:ext cx="3462878" cy="2942419"/>
          </a:xfrm>
        </p:spPr>
        <p:txBody>
          <a:bodyPr>
            <a:normAutofit/>
          </a:bodyPr>
          <a:lstStyle>
            <a:lvl1pPr>
              <a:defRPr sz="5600"/>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37A9910B-18FC-4A92-025A-A88AC7CD6B13}"/>
              </a:ext>
            </a:extLst>
          </p:cNvPr>
          <p:cNvSpPr>
            <a:spLocks noGrp="1"/>
          </p:cNvSpPr>
          <p:nvPr>
            <p:ph type="ftr" sz="quarter" idx="11"/>
          </p:nvPr>
        </p:nvSpPr>
        <p:spPr>
          <a:xfrm>
            <a:off x="532150" y="100701"/>
            <a:ext cx="3470224" cy="365125"/>
          </a:xfrm>
        </p:spPr>
        <p:txBody>
          <a:bodyPr/>
          <a:lstStyle/>
          <a:p>
            <a:endParaRPr lang="en-IN"/>
          </a:p>
        </p:txBody>
      </p:sp>
      <p:sp>
        <p:nvSpPr>
          <p:cNvPr id="4" name="Date Placeholder 3">
            <a:extLst>
              <a:ext uri="{FF2B5EF4-FFF2-40B4-BE49-F238E27FC236}">
                <a16:creationId xmlns:a16="http://schemas.microsoft.com/office/drawing/2014/main" id="{10752728-D41A-655E-871F-F76147E0E991}"/>
              </a:ext>
            </a:extLst>
          </p:cNvPr>
          <p:cNvSpPr>
            <a:spLocks noGrp="1"/>
          </p:cNvSpPr>
          <p:nvPr>
            <p:ph type="dt" sz="half" idx="10"/>
          </p:nvPr>
        </p:nvSpPr>
        <p:spPr>
          <a:xfrm>
            <a:off x="4317167" y="100701"/>
            <a:ext cx="2940449" cy="365125"/>
          </a:xfrm>
        </p:spPr>
        <p:txBody>
          <a:bodyPr/>
          <a:lstStyle/>
          <a:p>
            <a:fld id="{E717201E-EE50-4FEC-B1E6-13A61E9DD986}" type="datetimeFigureOut">
              <a:rPr lang="en-IN" smtClean="0"/>
              <a:t>20-08-2026</a:t>
            </a:fld>
            <a:endParaRPr lang="en-IN"/>
          </a:p>
        </p:txBody>
      </p:sp>
      <p:sp>
        <p:nvSpPr>
          <p:cNvPr id="9" name="Slide Number Placeholder 5">
            <a:extLst>
              <a:ext uri="{FF2B5EF4-FFF2-40B4-BE49-F238E27FC236}">
                <a16:creationId xmlns:a16="http://schemas.microsoft.com/office/drawing/2014/main" id="{EE07CC96-728B-298D-B2D6-54C4E9F0E9CA}"/>
              </a:ext>
            </a:extLst>
          </p:cNvPr>
          <p:cNvSpPr>
            <a:spLocks noGrp="1"/>
          </p:cNvSpPr>
          <p:nvPr>
            <p:ph type="sldNum" sz="quarter" idx="12"/>
          </p:nvPr>
        </p:nvSpPr>
        <p:spPr>
          <a:xfrm>
            <a:off x="11105731" y="100701"/>
            <a:ext cx="429207" cy="365125"/>
          </a:xfrm>
        </p:spPr>
        <p:txBody>
          <a:bodyPr/>
          <a:lstStyle/>
          <a:p>
            <a:fld id="{A6323855-97CC-421D-B418-FB285CAF60C3}" type="slidenum">
              <a:rPr lang="en-IN" smtClean="0"/>
              <a:t>‹#›</a:t>
            </a:fld>
            <a:endParaRPr lang="en-IN"/>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317167" y="967689"/>
            <a:ext cx="7217771" cy="52371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9361226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ontent with Picture">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B7D0064E-1F0E-2DDF-C6B5-9CE196C4B560}"/>
              </a:ext>
            </a:extLst>
          </p:cNvPr>
          <p:cNvSpPr>
            <a:spLocks noGrp="1"/>
          </p:cNvSpPr>
          <p:nvPr>
            <p:ph type="title"/>
          </p:nvPr>
        </p:nvSpPr>
        <p:spPr>
          <a:xfrm>
            <a:off x="5045804" y="612140"/>
            <a:ext cx="6499655" cy="1519612"/>
          </a:xfrm>
        </p:spPr>
        <p:txBody>
          <a:bodyPr anchor="t"/>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1"/>
            <a:ext cx="4804012" cy="6858000"/>
          </a:xfrm>
          <a:blipFill>
            <a:blip r:embed="rId2">
              <a:alphaModFix amt="70000"/>
            </a:blip>
            <a:stretch>
              <a:fillRect/>
            </a:stretch>
          </a:blipFill>
        </p:spPr>
        <p:txBody>
          <a:bodyPr/>
          <a:lstStyle>
            <a:lvl1pPr>
              <a:defRPr lang="en-US" dirty="0"/>
            </a:lvl1pPr>
          </a:lstStyle>
          <a:p>
            <a:r>
              <a:rPr lang="en-US" dirty="0"/>
              <a:t> </a:t>
            </a:r>
          </a:p>
        </p:txBody>
      </p:sp>
      <p:sp>
        <p:nvSpPr>
          <p:cNvPr id="7" name="Content Placeholder 7">
            <a:extLst>
              <a:ext uri="{FF2B5EF4-FFF2-40B4-BE49-F238E27FC236}">
                <a16:creationId xmlns:a16="http://schemas.microsoft.com/office/drawing/2014/main" id="{D478DAE4-13AB-5772-07E6-B3264F1E3141}"/>
              </a:ext>
            </a:extLst>
          </p:cNvPr>
          <p:cNvSpPr>
            <a:spLocks noGrp="1"/>
          </p:cNvSpPr>
          <p:nvPr>
            <p:ph sz="quarter" idx="14"/>
          </p:nvPr>
        </p:nvSpPr>
        <p:spPr>
          <a:xfrm>
            <a:off x="5104122" y="2457406"/>
            <a:ext cx="6441338" cy="3778977"/>
          </a:xfrm>
        </p:spPr>
        <p:txBody>
          <a:bodyPr anchor="t"/>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C65BFCB1-FAA8-D03A-3B62-DCB2CF1CA112}"/>
              </a:ext>
            </a:extLst>
          </p:cNvPr>
          <p:cNvSpPr>
            <a:spLocks noGrp="1"/>
          </p:cNvSpPr>
          <p:nvPr>
            <p:ph type="ftr" sz="quarter" idx="16"/>
          </p:nvPr>
        </p:nvSpPr>
        <p:spPr>
          <a:xfrm>
            <a:off x="5104122" y="6452990"/>
            <a:ext cx="1968375" cy="365125"/>
          </a:xfrm>
        </p:spPr>
        <p:txBody>
          <a:bodyPr anchor="b"/>
          <a:lstStyle/>
          <a:p>
            <a:endParaRPr lang="en-IN"/>
          </a:p>
        </p:txBody>
      </p:sp>
      <p:sp>
        <p:nvSpPr>
          <p:cNvPr id="10" name="Slide Number Placeholder 9">
            <a:extLst>
              <a:ext uri="{FF2B5EF4-FFF2-40B4-BE49-F238E27FC236}">
                <a16:creationId xmlns:a16="http://schemas.microsoft.com/office/drawing/2014/main" id="{0A608994-46CD-AAE0-DCC4-A59D26254D84}"/>
              </a:ext>
            </a:extLst>
          </p:cNvPr>
          <p:cNvSpPr>
            <a:spLocks noGrp="1"/>
          </p:cNvSpPr>
          <p:nvPr>
            <p:ph type="sldNum" sz="quarter" idx="17"/>
          </p:nvPr>
        </p:nvSpPr>
        <p:spPr>
          <a:xfrm>
            <a:off x="11116252" y="6452989"/>
            <a:ext cx="429207" cy="365125"/>
          </a:xfrm>
        </p:spPr>
        <p:txBody>
          <a:bodyPr anchor="b"/>
          <a:lstStyle/>
          <a:p>
            <a:fld id="{A6323855-97CC-421D-B418-FB285CAF60C3}" type="slidenum">
              <a:rPr lang="en-IN" smtClean="0"/>
              <a:t>‹#›</a:t>
            </a:fld>
            <a:endParaRPr lang="en-IN"/>
          </a:p>
        </p:txBody>
      </p:sp>
    </p:spTree>
    <p:extLst>
      <p:ext uri="{BB962C8B-B14F-4D97-AF65-F5344CB8AC3E}">
        <p14:creationId xmlns:p14="http://schemas.microsoft.com/office/powerpoint/2010/main" val="31689164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ontent with Picture 2">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3CDF6858-35EF-4C90-B3F5-339B7EF1F60F}"/>
              </a:ext>
            </a:extLst>
          </p:cNvPr>
          <p:cNvSpPr>
            <a:spLocks noGrp="1"/>
          </p:cNvSpPr>
          <p:nvPr>
            <p:ph type="title"/>
          </p:nvPr>
        </p:nvSpPr>
        <p:spPr>
          <a:xfrm>
            <a:off x="4281793" y="621792"/>
            <a:ext cx="7252710" cy="1138769"/>
          </a:xfrm>
        </p:spPr>
        <p:txBody>
          <a:bodyPr anchor="t"/>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1"/>
            <a:ext cx="4023360" cy="6858000"/>
          </a:xfrm>
          <a:blipFill>
            <a:blip r:embed="rId2">
              <a:alphaModFix amt="70000"/>
            </a:blip>
            <a:stretch>
              <a:fillRect/>
            </a:stretch>
          </a:blipFill>
        </p:spPr>
        <p:txBody>
          <a:bodyPr/>
          <a:lstStyle>
            <a:lvl1pPr>
              <a:defRPr/>
            </a:lvl1pPr>
          </a:lstStyle>
          <a:p>
            <a:r>
              <a:rPr lang="en-US" dirty="0"/>
              <a:t> </a:t>
            </a:r>
          </a:p>
        </p:txBody>
      </p:sp>
      <p:sp>
        <p:nvSpPr>
          <p:cNvPr id="6" name="Content Placeholder 7">
            <a:extLst>
              <a:ext uri="{FF2B5EF4-FFF2-40B4-BE49-F238E27FC236}">
                <a16:creationId xmlns:a16="http://schemas.microsoft.com/office/drawing/2014/main" id="{72FCF01F-6AD4-FD29-865E-65BD55CF89DF}"/>
              </a:ext>
            </a:extLst>
          </p:cNvPr>
          <p:cNvSpPr>
            <a:spLocks noGrp="1"/>
          </p:cNvSpPr>
          <p:nvPr>
            <p:ph sz="quarter" idx="14"/>
          </p:nvPr>
        </p:nvSpPr>
        <p:spPr>
          <a:xfrm>
            <a:off x="4309088" y="2115404"/>
            <a:ext cx="7225415" cy="4212926"/>
          </a:xfrm>
        </p:spPr>
        <p:txBody>
          <a:bodyPr anchor="t" anchorCtr="0"/>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Footer Placeholder 8">
            <a:extLst>
              <a:ext uri="{FF2B5EF4-FFF2-40B4-BE49-F238E27FC236}">
                <a16:creationId xmlns:a16="http://schemas.microsoft.com/office/drawing/2014/main" id="{4F9B8FC8-8820-A655-2A18-E8F8FC2C72DE}"/>
              </a:ext>
            </a:extLst>
          </p:cNvPr>
          <p:cNvSpPr>
            <a:spLocks noGrp="1"/>
          </p:cNvSpPr>
          <p:nvPr>
            <p:ph type="ftr" sz="quarter" idx="16"/>
          </p:nvPr>
        </p:nvSpPr>
        <p:spPr>
          <a:xfrm>
            <a:off x="4281793" y="6492875"/>
            <a:ext cx="1968375" cy="365125"/>
          </a:xfrm>
        </p:spPr>
        <p:txBody>
          <a:bodyPr anchor="b"/>
          <a:lstStyle/>
          <a:p>
            <a:endParaRPr lang="en-IN"/>
          </a:p>
        </p:txBody>
      </p:sp>
      <p:sp>
        <p:nvSpPr>
          <p:cNvPr id="13" name="Date Placeholder 2">
            <a:extLst>
              <a:ext uri="{FF2B5EF4-FFF2-40B4-BE49-F238E27FC236}">
                <a16:creationId xmlns:a16="http://schemas.microsoft.com/office/drawing/2014/main" id="{A8C032E2-BBA3-EA74-8FE1-5AFC46A21AE1}"/>
              </a:ext>
            </a:extLst>
          </p:cNvPr>
          <p:cNvSpPr>
            <a:spLocks noGrp="1"/>
          </p:cNvSpPr>
          <p:nvPr>
            <p:ph type="dt" sz="half" idx="18"/>
          </p:nvPr>
        </p:nvSpPr>
        <p:spPr>
          <a:xfrm>
            <a:off x="9023903" y="6492875"/>
            <a:ext cx="1596200" cy="365125"/>
          </a:xfrm>
        </p:spPr>
        <p:txBody>
          <a:bodyPr anchor="b"/>
          <a:lstStyle/>
          <a:p>
            <a:fld id="{E717201E-EE50-4FEC-B1E6-13A61E9DD986}" type="datetimeFigureOut">
              <a:rPr lang="en-IN" smtClean="0"/>
              <a:t>20-08-2026</a:t>
            </a:fld>
            <a:endParaRPr lang="en-IN"/>
          </a:p>
        </p:txBody>
      </p:sp>
      <p:sp>
        <p:nvSpPr>
          <p:cNvPr id="12" name="Slide Number Placeholder 9">
            <a:extLst>
              <a:ext uri="{FF2B5EF4-FFF2-40B4-BE49-F238E27FC236}">
                <a16:creationId xmlns:a16="http://schemas.microsoft.com/office/drawing/2014/main" id="{D28087CA-07B9-D0D2-3AA7-C34B5C9645B8}"/>
              </a:ext>
            </a:extLst>
          </p:cNvPr>
          <p:cNvSpPr>
            <a:spLocks noGrp="1"/>
          </p:cNvSpPr>
          <p:nvPr>
            <p:ph type="sldNum" sz="quarter" idx="17"/>
          </p:nvPr>
        </p:nvSpPr>
        <p:spPr>
          <a:xfrm>
            <a:off x="11105296" y="6492875"/>
            <a:ext cx="429207" cy="365125"/>
          </a:xfrm>
        </p:spPr>
        <p:txBody>
          <a:bodyPr anchor="b"/>
          <a:lstStyle/>
          <a:p>
            <a:fld id="{A6323855-97CC-421D-B418-FB285CAF60C3}" type="slidenum">
              <a:rPr lang="en-IN" smtClean="0"/>
              <a:t>‹#›</a:t>
            </a:fld>
            <a:endParaRPr lang="en-IN"/>
          </a:p>
        </p:txBody>
      </p:sp>
    </p:spTree>
    <p:extLst>
      <p:ext uri="{BB962C8B-B14F-4D97-AF65-F5344CB8AC3E}">
        <p14:creationId xmlns:p14="http://schemas.microsoft.com/office/powerpoint/2010/main" val="417143128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sp>
        <p:nvSpPr>
          <p:cNvPr id="4" name="Title 5">
            <a:extLst>
              <a:ext uri="{FF2B5EF4-FFF2-40B4-BE49-F238E27FC236}">
                <a16:creationId xmlns:a16="http://schemas.microsoft.com/office/drawing/2014/main" id="{7A932ED1-5750-0D24-8D58-961B6F20FA21}"/>
              </a:ext>
            </a:extLst>
          </p:cNvPr>
          <p:cNvSpPr>
            <a:spLocks noGrp="1"/>
          </p:cNvSpPr>
          <p:nvPr>
            <p:ph type="title"/>
          </p:nvPr>
        </p:nvSpPr>
        <p:spPr>
          <a:xfrm>
            <a:off x="542307" y="621792"/>
            <a:ext cx="7252710" cy="1138769"/>
          </a:xfrm>
        </p:spPr>
        <p:txBody>
          <a:bodyPr/>
          <a:lstStyle/>
          <a:p>
            <a:r>
              <a:rPr lang="en-US"/>
              <a:t>Click to edit Master title style</a:t>
            </a:r>
            <a:endParaRPr lang="en-US" dirty="0"/>
          </a:p>
        </p:txBody>
      </p:sp>
      <p:sp>
        <p:nvSpPr>
          <p:cNvPr id="9" name="Content Placeholder 7">
            <a:extLst>
              <a:ext uri="{FF2B5EF4-FFF2-40B4-BE49-F238E27FC236}">
                <a16:creationId xmlns:a16="http://schemas.microsoft.com/office/drawing/2014/main" id="{01598DB3-17DB-7EDD-0F42-9866A753C2DD}"/>
              </a:ext>
            </a:extLst>
          </p:cNvPr>
          <p:cNvSpPr>
            <a:spLocks noGrp="1"/>
          </p:cNvSpPr>
          <p:nvPr>
            <p:ph sz="quarter" idx="19"/>
          </p:nvPr>
        </p:nvSpPr>
        <p:spPr>
          <a:xfrm>
            <a:off x="569602" y="2115404"/>
            <a:ext cx="7225415" cy="4212926"/>
          </a:xfrm>
        </p:spPr>
        <p:txBody>
          <a:bodyPr anchor="t" anchorCtr="0"/>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Picture Placeholder 10">
            <a:extLst>
              <a:ext uri="{FF2B5EF4-FFF2-40B4-BE49-F238E27FC236}">
                <a16:creationId xmlns:a16="http://schemas.microsoft.com/office/drawing/2014/main" id="{6C5AB1A9-786B-C92B-C6EA-63CE0AACFB1E}"/>
              </a:ext>
            </a:extLst>
          </p:cNvPr>
          <p:cNvSpPr>
            <a:spLocks noGrp="1"/>
          </p:cNvSpPr>
          <p:nvPr>
            <p:ph type="pic" sz="quarter" idx="13" hasCustomPrompt="1"/>
          </p:nvPr>
        </p:nvSpPr>
        <p:spPr>
          <a:xfrm>
            <a:off x="8168640" y="1"/>
            <a:ext cx="4023360" cy="6858000"/>
          </a:xfrm>
          <a:blipFill>
            <a:blip r:embed="rId2">
              <a:alphaModFix amt="70000"/>
            </a:blip>
            <a:stretch>
              <a:fillRect/>
            </a:stretch>
          </a:blipFill>
        </p:spPr>
        <p:txBody>
          <a:bodyPr/>
          <a:lstStyle>
            <a:lvl1pPr>
              <a:defRPr/>
            </a:lvl1pPr>
          </a:lstStyle>
          <a:p>
            <a:r>
              <a:rPr lang="en-US" dirty="0"/>
              <a:t> </a:t>
            </a:r>
          </a:p>
        </p:txBody>
      </p:sp>
      <p:sp>
        <p:nvSpPr>
          <p:cNvPr id="5" name="Footer Placeholder 2">
            <a:extLst>
              <a:ext uri="{FF2B5EF4-FFF2-40B4-BE49-F238E27FC236}">
                <a16:creationId xmlns:a16="http://schemas.microsoft.com/office/drawing/2014/main" id="{C6115057-015C-DC83-074A-D22D9E0B6CD2}"/>
              </a:ext>
            </a:extLst>
          </p:cNvPr>
          <p:cNvSpPr>
            <a:spLocks noGrp="1"/>
          </p:cNvSpPr>
          <p:nvPr>
            <p:ph type="ftr" sz="quarter" idx="16"/>
          </p:nvPr>
        </p:nvSpPr>
        <p:spPr>
          <a:xfrm>
            <a:off x="542307" y="6492875"/>
            <a:ext cx="1968375" cy="365125"/>
          </a:xfrm>
        </p:spPr>
        <p:txBody>
          <a:bodyPr/>
          <a:lstStyle/>
          <a:p>
            <a:endParaRPr lang="en-IN"/>
          </a:p>
        </p:txBody>
      </p:sp>
      <p:sp>
        <p:nvSpPr>
          <p:cNvPr id="8" name="Date Placeholder 1">
            <a:extLst>
              <a:ext uri="{FF2B5EF4-FFF2-40B4-BE49-F238E27FC236}">
                <a16:creationId xmlns:a16="http://schemas.microsoft.com/office/drawing/2014/main" id="{42028964-5597-F5F0-6AEA-C79255C9BCE9}"/>
              </a:ext>
            </a:extLst>
          </p:cNvPr>
          <p:cNvSpPr>
            <a:spLocks noGrp="1"/>
          </p:cNvSpPr>
          <p:nvPr>
            <p:ph type="dt" sz="half" idx="18"/>
          </p:nvPr>
        </p:nvSpPr>
        <p:spPr>
          <a:xfrm>
            <a:off x="5284417" y="6492875"/>
            <a:ext cx="1596200" cy="365125"/>
          </a:xfrm>
        </p:spPr>
        <p:txBody>
          <a:bodyPr/>
          <a:lstStyle/>
          <a:p>
            <a:fld id="{E717201E-EE50-4FEC-B1E6-13A61E9DD986}" type="datetimeFigureOut">
              <a:rPr lang="en-IN" smtClean="0"/>
              <a:t>20-08-2026</a:t>
            </a:fld>
            <a:endParaRPr lang="en-IN"/>
          </a:p>
        </p:txBody>
      </p:sp>
      <p:sp>
        <p:nvSpPr>
          <p:cNvPr id="6" name="Slide Number Placeholder 3">
            <a:extLst>
              <a:ext uri="{FF2B5EF4-FFF2-40B4-BE49-F238E27FC236}">
                <a16:creationId xmlns:a16="http://schemas.microsoft.com/office/drawing/2014/main" id="{B6324527-5F82-8213-FFB9-A5E6BEB2314F}"/>
              </a:ext>
            </a:extLst>
          </p:cNvPr>
          <p:cNvSpPr>
            <a:spLocks noGrp="1"/>
          </p:cNvSpPr>
          <p:nvPr>
            <p:ph type="sldNum" sz="quarter" idx="17"/>
          </p:nvPr>
        </p:nvSpPr>
        <p:spPr>
          <a:xfrm>
            <a:off x="7365810" y="6492875"/>
            <a:ext cx="429207" cy="365125"/>
          </a:xfrm>
        </p:spPr>
        <p:txBody>
          <a:bodyPr/>
          <a:lstStyle/>
          <a:p>
            <a:fld id="{A6323855-97CC-421D-B418-FB285CAF60C3}" type="slidenum">
              <a:rPr lang="en-IN" smtClean="0"/>
              <a:t>‹#›</a:t>
            </a:fld>
            <a:endParaRPr lang="en-IN"/>
          </a:p>
        </p:txBody>
      </p:sp>
    </p:spTree>
    <p:extLst>
      <p:ext uri="{BB962C8B-B14F-4D97-AF65-F5344CB8AC3E}">
        <p14:creationId xmlns:p14="http://schemas.microsoft.com/office/powerpoint/2010/main" val="220316476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B15000-16D8-B5F1-E35B-BAE97B4E6EE4}"/>
              </a:ext>
            </a:extLst>
          </p:cNvPr>
          <p:cNvSpPr>
            <a:spLocks noGrp="1"/>
          </p:cNvSpPr>
          <p:nvPr>
            <p:ph type="title"/>
          </p:nvPr>
        </p:nvSpPr>
        <p:spPr>
          <a:xfrm>
            <a:off x="518615" y="621793"/>
            <a:ext cx="5326684" cy="1507454"/>
          </a:xfrm>
        </p:spPr>
        <p:txBody>
          <a:bodyPr anchor="t" anchorCtr="0"/>
          <a:lstStyle/>
          <a:p>
            <a:r>
              <a:rPr lang="en-US"/>
              <a:t>Click to edit Master title style</a:t>
            </a:r>
            <a:endParaRPr lang="en-US" dirty="0"/>
          </a:p>
        </p:txBody>
      </p:sp>
      <p:sp>
        <p:nvSpPr>
          <p:cNvPr id="3" name="Content Placeholder 7">
            <a:extLst>
              <a:ext uri="{FF2B5EF4-FFF2-40B4-BE49-F238E27FC236}">
                <a16:creationId xmlns:a16="http://schemas.microsoft.com/office/drawing/2014/main" id="{B022A1E6-0A6D-9476-5034-0BDE3EE38B91}"/>
              </a:ext>
            </a:extLst>
          </p:cNvPr>
          <p:cNvSpPr>
            <a:spLocks noGrp="1"/>
          </p:cNvSpPr>
          <p:nvPr>
            <p:ph sz="quarter" idx="19"/>
          </p:nvPr>
        </p:nvSpPr>
        <p:spPr>
          <a:xfrm>
            <a:off x="518616" y="2513110"/>
            <a:ext cx="5326683" cy="3568006"/>
          </a:xfrm>
        </p:spPr>
        <p:txBody>
          <a:bodyPr anchor="t" anchorCtr="0"/>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Picture Placeholder 7">
            <a:extLst>
              <a:ext uri="{FF2B5EF4-FFF2-40B4-BE49-F238E27FC236}">
                <a16:creationId xmlns:a16="http://schemas.microsoft.com/office/drawing/2014/main" id="{6B8D4096-4B0D-5226-C004-475A83BE8BFE}"/>
              </a:ext>
            </a:extLst>
          </p:cNvPr>
          <p:cNvSpPr>
            <a:spLocks noGrp="1"/>
          </p:cNvSpPr>
          <p:nvPr>
            <p:ph type="pic" sz="quarter" idx="18" hasCustomPrompt="1"/>
          </p:nvPr>
        </p:nvSpPr>
        <p:spPr>
          <a:xfrm>
            <a:off x="6308842" y="0"/>
            <a:ext cx="5883158" cy="6858000"/>
          </a:xfrm>
          <a:blipFill>
            <a:blip r:embed="rId2">
              <a:alphaModFix amt="70000"/>
            </a:blip>
            <a:stretch>
              <a:fillRect/>
            </a:stretch>
          </a:blipFill>
        </p:spPr>
        <p:txBody>
          <a:bodyPr/>
          <a:lstStyle>
            <a:lvl1pPr>
              <a:defRPr/>
            </a:lvl1pPr>
          </a:lstStyle>
          <a:p>
            <a:r>
              <a:rPr lang="en-US" dirty="0"/>
              <a:t> </a:t>
            </a:r>
          </a:p>
        </p:txBody>
      </p:sp>
      <p:sp>
        <p:nvSpPr>
          <p:cNvPr id="9" name="Footer Placeholder 8">
            <a:extLst>
              <a:ext uri="{FF2B5EF4-FFF2-40B4-BE49-F238E27FC236}">
                <a16:creationId xmlns:a16="http://schemas.microsoft.com/office/drawing/2014/main" id="{8917C8CF-AEBF-835D-4503-06A0208049F0}"/>
              </a:ext>
            </a:extLst>
          </p:cNvPr>
          <p:cNvSpPr>
            <a:spLocks noGrp="1"/>
          </p:cNvSpPr>
          <p:nvPr>
            <p:ph type="ftr" sz="quarter" idx="16"/>
          </p:nvPr>
        </p:nvSpPr>
        <p:spPr>
          <a:xfrm>
            <a:off x="518615" y="6450237"/>
            <a:ext cx="1968375" cy="365125"/>
          </a:xfrm>
        </p:spPr>
        <p:txBody>
          <a:bodyPr anchor="b"/>
          <a:lstStyle/>
          <a:p>
            <a:endParaRPr lang="en-IN"/>
          </a:p>
        </p:txBody>
      </p:sp>
      <p:sp>
        <p:nvSpPr>
          <p:cNvPr id="10" name="Slide Number Placeholder 9">
            <a:extLst>
              <a:ext uri="{FF2B5EF4-FFF2-40B4-BE49-F238E27FC236}">
                <a16:creationId xmlns:a16="http://schemas.microsoft.com/office/drawing/2014/main" id="{13662962-C2D0-E99D-BD6A-C97F4798F261}"/>
              </a:ext>
            </a:extLst>
          </p:cNvPr>
          <p:cNvSpPr>
            <a:spLocks noGrp="1"/>
          </p:cNvSpPr>
          <p:nvPr>
            <p:ph type="sldNum" sz="quarter" idx="17"/>
          </p:nvPr>
        </p:nvSpPr>
        <p:spPr>
          <a:xfrm>
            <a:off x="5453953" y="6464979"/>
            <a:ext cx="429207" cy="365125"/>
          </a:xfrm>
        </p:spPr>
        <p:txBody>
          <a:bodyPr anchor="b"/>
          <a:lstStyle/>
          <a:p>
            <a:fld id="{A6323855-97CC-421D-B418-FB285CAF60C3}" type="slidenum">
              <a:rPr lang="en-IN" smtClean="0"/>
              <a:t>‹#›</a:t>
            </a:fld>
            <a:endParaRPr lang="en-IN"/>
          </a:p>
        </p:txBody>
      </p:sp>
    </p:spTree>
    <p:extLst>
      <p:ext uri="{BB962C8B-B14F-4D97-AF65-F5344CB8AC3E}">
        <p14:creationId xmlns:p14="http://schemas.microsoft.com/office/powerpoint/2010/main" val="308003093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with Picture 5">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98B87BE0-867D-AF74-02DD-6F5420BC6D61}"/>
              </a:ext>
            </a:extLst>
          </p:cNvPr>
          <p:cNvSpPr>
            <a:spLocks noGrp="1"/>
          </p:cNvSpPr>
          <p:nvPr>
            <p:ph type="title"/>
          </p:nvPr>
        </p:nvSpPr>
        <p:spPr>
          <a:xfrm>
            <a:off x="518965" y="621792"/>
            <a:ext cx="4446871" cy="1867629"/>
          </a:xfrm>
        </p:spPr>
        <p:txBody>
          <a:bodyPr anchor="t">
            <a:noAutofit/>
          </a:bodyPr>
          <a:lstStyle>
            <a:lvl1pPr>
              <a:defRPr sz="5600"/>
            </a:lvl1pPr>
          </a:lstStyle>
          <a:p>
            <a:r>
              <a:rPr lang="en-US"/>
              <a:t>Click to edit Master title style</a:t>
            </a:r>
            <a:endParaRPr lang="en-US" dirty="0"/>
          </a:p>
        </p:txBody>
      </p:sp>
      <p:sp>
        <p:nvSpPr>
          <p:cNvPr id="9" name="Content Placeholder 7">
            <a:extLst>
              <a:ext uri="{FF2B5EF4-FFF2-40B4-BE49-F238E27FC236}">
                <a16:creationId xmlns:a16="http://schemas.microsoft.com/office/drawing/2014/main" id="{7B86FDEC-359F-20D5-12F6-5CBA3DC009EA}"/>
              </a:ext>
            </a:extLst>
          </p:cNvPr>
          <p:cNvSpPr>
            <a:spLocks noGrp="1"/>
          </p:cNvSpPr>
          <p:nvPr>
            <p:ph sz="quarter" idx="14"/>
          </p:nvPr>
        </p:nvSpPr>
        <p:spPr>
          <a:xfrm>
            <a:off x="543940" y="2890729"/>
            <a:ext cx="4449227" cy="3138438"/>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Picture Placeholder 10">
            <a:extLst>
              <a:ext uri="{FF2B5EF4-FFF2-40B4-BE49-F238E27FC236}">
                <a16:creationId xmlns:a16="http://schemas.microsoft.com/office/drawing/2014/main" id="{FBEF9CB2-E8D7-8869-9B11-C58F1606DFE0}"/>
              </a:ext>
            </a:extLst>
          </p:cNvPr>
          <p:cNvSpPr>
            <a:spLocks noGrp="1"/>
          </p:cNvSpPr>
          <p:nvPr>
            <p:ph type="pic" sz="quarter" idx="13" hasCustomPrompt="1"/>
          </p:nvPr>
        </p:nvSpPr>
        <p:spPr>
          <a:xfrm>
            <a:off x="5363570" y="0"/>
            <a:ext cx="6828430" cy="6858000"/>
          </a:xfrm>
          <a:blipFill>
            <a:blip r:embed="rId2">
              <a:alphaModFix amt="70000"/>
            </a:blip>
            <a:stretch>
              <a:fillRect/>
            </a:stretch>
          </a:blipFill>
        </p:spPr>
        <p:txBody>
          <a:bodyPr/>
          <a:lstStyle>
            <a:lvl1pPr>
              <a:defRPr/>
            </a:lvl1pPr>
          </a:lstStyle>
          <a:p>
            <a:r>
              <a:rPr lang="en-US" dirty="0"/>
              <a:t> </a:t>
            </a:r>
          </a:p>
        </p:txBody>
      </p:sp>
      <p:sp>
        <p:nvSpPr>
          <p:cNvPr id="10" name="Footer Placeholder 8">
            <a:extLst>
              <a:ext uri="{FF2B5EF4-FFF2-40B4-BE49-F238E27FC236}">
                <a16:creationId xmlns:a16="http://schemas.microsoft.com/office/drawing/2014/main" id="{4784CE43-81E9-3B12-CB65-9B5FC6ECE9ED}"/>
              </a:ext>
            </a:extLst>
          </p:cNvPr>
          <p:cNvSpPr>
            <a:spLocks noGrp="1"/>
          </p:cNvSpPr>
          <p:nvPr>
            <p:ph type="ftr" sz="quarter" idx="16"/>
          </p:nvPr>
        </p:nvSpPr>
        <p:spPr>
          <a:xfrm>
            <a:off x="515618" y="6430476"/>
            <a:ext cx="1968375" cy="379867"/>
          </a:xfrm>
        </p:spPr>
        <p:txBody>
          <a:bodyPr anchor="b"/>
          <a:lstStyle/>
          <a:p>
            <a:endParaRPr lang="en-IN"/>
          </a:p>
        </p:txBody>
      </p:sp>
      <p:sp>
        <p:nvSpPr>
          <p:cNvPr id="11" name="Slide Number Placeholder 9">
            <a:extLst>
              <a:ext uri="{FF2B5EF4-FFF2-40B4-BE49-F238E27FC236}">
                <a16:creationId xmlns:a16="http://schemas.microsoft.com/office/drawing/2014/main" id="{779F1775-5104-9F86-4A61-07F914947CC9}"/>
              </a:ext>
            </a:extLst>
          </p:cNvPr>
          <p:cNvSpPr>
            <a:spLocks noGrp="1"/>
          </p:cNvSpPr>
          <p:nvPr>
            <p:ph type="sldNum" sz="quarter" idx="17"/>
          </p:nvPr>
        </p:nvSpPr>
        <p:spPr>
          <a:xfrm>
            <a:off x="4563960" y="6430476"/>
            <a:ext cx="429207" cy="379867"/>
          </a:xfrm>
        </p:spPr>
        <p:txBody>
          <a:bodyPr anchor="b"/>
          <a:lstStyle/>
          <a:p>
            <a:fld id="{A6323855-97CC-421D-B418-FB285CAF60C3}" type="slidenum">
              <a:rPr lang="en-IN" smtClean="0"/>
              <a:t>‹#›</a:t>
            </a:fld>
            <a:endParaRPr lang="en-IN"/>
          </a:p>
        </p:txBody>
      </p:sp>
    </p:spTree>
    <p:extLst>
      <p:ext uri="{BB962C8B-B14F-4D97-AF65-F5344CB8AC3E}">
        <p14:creationId xmlns:p14="http://schemas.microsoft.com/office/powerpoint/2010/main" val="163317064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649733" y="621792"/>
            <a:ext cx="3884546" cy="2280501"/>
          </a:xfrm>
        </p:spPr>
        <p:txBody>
          <a:bodyPr anchor="t">
            <a:noAutofit/>
          </a:bodyPr>
          <a:lstStyle>
            <a:lvl1pPr>
              <a:defRPr sz="5600"/>
            </a:lvl1pPr>
          </a:lstStyle>
          <a:p>
            <a:r>
              <a:rPr lang="en-US"/>
              <a:t>Click to edit Master title style</a:t>
            </a:r>
            <a:endParaRPr lang="en-US" dirty="0"/>
          </a:p>
        </p:txBody>
      </p:sp>
      <p:sp>
        <p:nvSpPr>
          <p:cNvPr id="3" name="Picture Placeholder 10">
            <a:extLst>
              <a:ext uri="{FF2B5EF4-FFF2-40B4-BE49-F238E27FC236}">
                <a16:creationId xmlns:a16="http://schemas.microsoft.com/office/drawing/2014/main" id="{74736F65-8A7D-D535-AAD0-31480F8AD318}"/>
              </a:ext>
            </a:extLst>
          </p:cNvPr>
          <p:cNvSpPr>
            <a:spLocks noGrp="1"/>
          </p:cNvSpPr>
          <p:nvPr>
            <p:ph type="pic" sz="quarter" idx="13" hasCustomPrompt="1"/>
          </p:nvPr>
        </p:nvSpPr>
        <p:spPr>
          <a:xfrm>
            <a:off x="-1" y="0"/>
            <a:ext cx="7260609" cy="6858000"/>
          </a:xfrm>
          <a:blipFill>
            <a:blip r:embed="rId2">
              <a:alphaModFix amt="70000"/>
            </a:blip>
            <a:stretch>
              <a:fillRect/>
            </a:stretch>
          </a:blipFill>
        </p:spPr>
        <p:txBody>
          <a:bodyPr/>
          <a:lstStyle>
            <a:lvl1pPr>
              <a:defRPr/>
            </a:lvl1pPr>
          </a:lstStyle>
          <a:p>
            <a:r>
              <a:rPr lang="en-US" dirty="0"/>
              <a:t> </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7687521" y="3211512"/>
            <a:ext cx="3884547" cy="2743200"/>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8">
            <a:extLst>
              <a:ext uri="{FF2B5EF4-FFF2-40B4-BE49-F238E27FC236}">
                <a16:creationId xmlns:a16="http://schemas.microsoft.com/office/drawing/2014/main" id="{C64245F1-97E2-FD23-26A5-03067F464698}"/>
              </a:ext>
            </a:extLst>
          </p:cNvPr>
          <p:cNvSpPr>
            <a:spLocks noGrp="1"/>
          </p:cNvSpPr>
          <p:nvPr>
            <p:ph type="ftr" sz="quarter" idx="16"/>
          </p:nvPr>
        </p:nvSpPr>
        <p:spPr>
          <a:xfrm>
            <a:off x="7649733" y="6456384"/>
            <a:ext cx="1968375" cy="379867"/>
          </a:xfrm>
        </p:spPr>
        <p:txBody>
          <a:bodyPr anchor="b"/>
          <a:lstStyle/>
          <a:p>
            <a:endParaRPr lang="en-IN"/>
          </a:p>
        </p:txBody>
      </p:sp>
      <p:sp>
        <p:nvSpPr>
          <p:cNvPr id="5" name="Slide Number Placeholder 9">
            <a:extLst>
              <a:ext uri="{FF2B5EF4-FFF2-40B4-BE49-F238E27FC236}">
                <a16:creationId xmlns:a16="http://schemas.microsoft.com/office/drawing/2014/main" id="{15E75D5B-F407-F4DD-192B-D56CF168CDA4}"/>
              </a:ext>
            </a:extLst>
          </p:cNvPr>
          <p:cNvSpPr>
            <a:spLocks noGrp="1"/>
          </p:cNvSpPr>
          <p:nvPr>
            <p:ph type="sldNum" sz="quarter" idx="17"/>
          </p:nvPr>
        </p:nvSpPr>
        <p:spPr>
          <a:xfrm>
            <a:off x="11134152" y="6456385"/>
            <a:ext cx="429207" cy="379867"/>
          </a:xfrm>
        </p:spPr>
        <p:txBody>
          <a:bodyPr anchor="b"/>
          <a:lstStyle/>
          <a:p>
            <a:fld id="{A6323855-97CC-421D-B418-FB285CAF60C3}" type="slidenum">
              <a:rPr lang="en-IN" smtClean="0"/>
              <a:t>‹#›</a:t>
            </a:fld>
            <a:endParaRPr lang="en-IN"/>
          </a:p>
        </p:txBody>
      </p:sp>
    </p:spTree>
    <p:extLst>
      <p:ext uri="{BB962C8B-B14F-4D97-AF65-F5344CB8AC3E}">
        <p14:creationId xmlns:p14="http://schemas.microsoft.com/office/powerpoint/2010/main" val="227215842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B686070-85E7-EB57-8965-F95F2692CC62}"/>
              </a:ext>
            </a:extLst>
          </p:cNvPr>
          <p:cNvSpPr>
            <a:spLocks noGrp="1"/>
          </p:cNvSpPr>
          <p:nvPr>
            <p:ph type="title"/>
          </p:nvPr>
        </p:nvSpPr>
        <p:spPr>
          <a:xfrm>
            <a:off x="512064" y="3608276"/>
            <a:ext cx="4428700" cy="2620587"/>
          </a:xfrm>
        </p:spPr>
        <p:txBody>
          <a:bodyPr anchor="t">
            <a:noAutofit/>
          </a:bodyPr>
          <a:lstStyle>
            <a:lvl1pPr>
              <a:defRPr sz="5600"/>
            </a:lvl1p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12192000" cy="3429000"/>
          </a:xfrm>
          <a:blipFill>
            <a:blip r:embed="rId2">
              <a:alphaModFix amt="70000"/>
            </a:blip>
            <a:stretch>
              <a:fillRect/>
            </a:stretch>
          </a:blipFill>
        </p:spPr>
        <p:txBody>
          <a:bodyPr/>
          <a:lstStyle>
            <a:lvl1pPr>
              <a:defRPr/>
            </a:lvl1pPr>
          </a:lstStyle>
          <a:p>
            <a:r>
              <a:rPr lang="en-US" dirty="0"/>
              <a:t> </a:t>
            </a:r>
          </a:p>
        </p:txBody>
      </p:sp>
      <p:sp>
        <p:nvSpPr>
          <p:cNvPr id="2" name="Content Placeholder 7">
            <a:extLst>
              <a:ext uri="{FF2B5EF4-FFF2-40B4-BE49-F238E27FC236}">
                <a16:creationId xmlns:a16="http://schemas.microsoft.com/office/drawing/2014/main" id="{4546533B-13A8-961D-BD05-8DE715F63409}"/>
              </a:ext>
            </a:extLst>
          </p:cNvPr>
          <p:cNvSpPr>
            <a:spLocks noGrp="1"/>
          </p:cNvSpPr>
          <p:nvPr>
            <p:ph sz="quarter" idx="14"/>
          </p:nvPr>
        </p:nvSpPr>
        <p:spPr>
          <a:xfrm>
            <a:off x="5268036" y="3579702"/>
            <a:ext cx="6298442" cy="2620587"/>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8">
            <a:extLst>
              <a:ext uri="{FF2B5EF4-FFF2-40B4-BE49-F238E27FC236}">
                <a16:creationId xmlns:a16="http://schemas.microsoft.com/office/drawing/2014/main" id="{9349FD65-108E-79AD-A9C8-91429963386F}"/>
              </a:ext>
            </a:extLst>
          </p:cNvPr>
          <p:cNvSpPr>
            <a:spLocks noGrp="1"/>
          </p:cNvSpPr>
          <p:nvPr>
            <p:ph type="ftr" sz="quarter" idx="16"/>
          </p:nvPr>
        </p:nvSpPr>
        <p:spPr>
          <a:xfrm>
            <a:off x="5262666" y="6442872"/>
            <a:ext cx="1968375" cy="379867"/>
          </a:xfrm>
        </p:spPr>
        <p:txBody>
          <a:bodyPr anchor="b"/>
          <a:lstStyle/>
          <a:p>
            <a:endParaRPr lang="en-IN"/>
          </a:p>
        </p:txBody>
      </p:sp>
      <p:sp>
        <p:nvSpPr>
          <p:cNvPr id="12" name="Date Placeholder 2">
            <a:extLst>
              <a:ext uri="{FF2B5EF4-FFF2-40B4-BE49-F238E27FC236}">
                <a16:creationId xmlns:a16="http://schemas.microsoft.com/office/drawing/2014/main" id="{547B7542-C2BA-4322-9FF4-E2713B917492}"/>
              </a:ext>
            </a:extLst>
          </p:cNvPr>
          <p:cNvSpPr>
            <a:spLocks noGrp="1"/>
          </p:cNvSpPr>
          <p:nvPr>
            <p:ph type="dt" sz="half" idx="18"/>
          </p:nvPr>
        </p:nvSpPr>
        <p:spPr>
          <a:xfrm>
            <a:off x="7697040" y="6442872"/>
            <a:ext cx="2295997" cy="379867"/>
          </a:xfrm>
        </p:spPr>
        <p:txBody>
          <a:bodyPr anchor="b"/>
          <a:lstStyle/>
          <a:p>
            <a:fld id="{E717201E-EE50-4FEC-B1E6-13A61E9DD986}" type="datetimeFigureOut">
              <a:rPr lang="en-IN" smtClean="0"/>
              <a:t>20-08-2026</a:t>
            </a:fld>
            <a:endParaRPr lang="en-IN"/>
          </a:p>
        </p:txBody>
      </p:sp>
      <p:sp>
        <p:nvSpPr>
          <p:cNvPr id="7" name="Slide Number Placeholder 9">
            <a:extLst>
              <a:ext uri="{FF2B5EF4-FFF2-40B4-BE49-F238E27FC236}">
                <a16:creationId xmlns:a16="http://schemas.microsoft.com/office/drawing/2014/main" id="{EB058DA4-9F6F-CC80-D1C5-728E096806C3}"/>
              </a:ext>
            </a:extLst>
          </p:cNvPr>
          <p:cNvSpPr>
            <a:spLocks noGrp="1"/>
          </p:cNvSpPr>
          <p:nvPr>
            <p:ph type="sldNum" sz="quarter" idx="17"/>
          </p:nvPr>
        </p:nvSpPr>
        <p:spPr>
          <a:xfrm>
            <a:off x="11137271" y="6442873"/>
            <a:ext cx="429207" cy="379867"/>
          </a:xfrm>
        </p:spPr>
        <p:txBody>
          <a:bodyPr anchor="b"/>
          <a:lstStyle/>
          <a:p>
            <a:fld id="{A6323855-97CC-421D-B418-FB285CAF60C3}" type="slidenum">
              <a:rPr lang="en-IN" smtClean="0"/>
              <a:t>‹#›</a:t>
            </a:fld>
            <a:endParaRPr lang="en-IN"/>
          </a:p>
        </p:txBody>
      </p:sp>
    </p:spTree>
    <p:extLst>
      <p:ext uri="{BB962C8B-B14F-4D97-AF65-F5344CB8AC3E}">
        <p14:creationId xmlns:p14="http://schemas.microsoft.com/office/powerpoint/2010/main" val="189258754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with Picture 8">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EB0F469B-7972-C862-3265-20EC44D749C7}"/>
              </a:ext>
            </a:extLst>
          </p:cNvPr>
          <p:cNvSpPr>
            <a:spLocks noGrp="1"/>
          </p:cNvSpPr>
          <p:nvPr>
            <p:ph type="title"/>
          </p:nvPr>
        </p:nvSpPr>
        <p:spPr>
          <a:xfrm>
            <a:off x="512064" y="631710"/>
            <a:ext cx="11032239" cy="1115203"/>
          </a:xfrm>
        </p:spPr>
        <p:txBody>
          <a:bodyPr anchor="t">
            <a:noAutofit/>
          </a:bodyPr>
          <a:lstStyle>
            <a:lvl1pPr>
              <a:defRPr sz="5600"/>
            </a:lvl1pPr>
          </a:lstStyle>
          <a:p>
            <a:r>
              <a:rPr lang="en-US"/>
              <a:t>Click to edit Master title style</a:t>
            </a:r>
            <a:endParaRPr lang="en-US" dirty="0"/>
          </a:p>
        </p:txBody>
      </p:sp>
      <p:sp>
        <p:nvSpPr>
          <p:cNvPr id="13" name="Picture Placeholder 10">
            <a:extLst>
              <a:ext uri="{FF2B5EF4-FFF2-40B4-BE49-F238E27FC236}">
                <a16:creationId xmlns:a16="http://schemas.microsoft.com/office/drawing/2014/main" id="{1A9091ED-65DB-CA4C-BC68-EC773138EFA0}"/>
              </a:ext>
            </a:extLst>
          </p:cNvPr>
          <p:cNvSpPr>
            <a:spLocks noGrp="1"/>
          </p:cNvSpPr>
          <p:nvPr>
            <p:ph type="pic" sz="quarter" idx="18" hasCustomPrompt="1"/>
          </p:nvPr>
        </p:nvSpPr>
        <p:spPr>
          <a:xfrm>
            <a:off x="109181" y="2115403"/>
            <a:ext cx="5786651" cy="4671431"/>
          </a:xfrm>
          <a:blipFill>
            <a:blip r:embed="rId2">
              <a:alphaModFix amt="70000"/>
            </a:blip>
            <a:stretch>
              <a:fillRect/>
            </a:stretch>
          </a:blipFill>
        </p:spPr>
        <p:txBody>
          <a:bodyPr/>
          <a:lstStyle>
            <a:lvl1pPr>
              <a:defRPr/>
            </a:lvl1pPr>
          </a:lstStyle>
          <a:p>
            <a:r>
              <a:rPr lang="en-US" dirty="0"/>
              <a:t> </a:t>
            </a:r>
          </a:p>
        </p:txBody>
      </p:sp>
      <p:sp>
        <p:nvSpPr>
          <p:cNvPr id="10" name="Content Placeholder 7">
            <a:extLst>
              <a:ext uri="{FF2B5EF4-FFF2-40B4-BE49-F238E27FC236}">
                <a16:creationId xmlns:a16="http://schemas.microsoft.com/office/drawing/2014/main" id="{A3F07A79-5344-FA17-3625-1266EFAA87FD}"/>
              </a:ext>
            </a:extLst>
          </p:cNvPr>
          <p:cNvSpPr>
            <a:spLocks noGrp="1"/>
          </p:cNvSpPr>
          <p:nvPr>
            <p:ph sz="quarter" idx="14"/>
          </p:nvPr>
        </p:nvSpPr>
        <p:spPr>
          <a:xfrm>
            <a:off x="6190488" y="2115403"/>
            <a:ext cx="5353815" cy="4110888"/>
          </a:xfrm>
        </p:spPr>
        <p:txBody>
          <a:bodyPr anchor="t">
            <a:noAutofit/>
          </a:bodyPr>
          <a:lstStyle>
            <a:lvl1pPr marL="0" indent="0">
              <a:buFont typeface="Arial" panose="020B0604020202020204" pitchFamily="34" charset="0"/>
              <a:buNone/>
              <a:defRPr sz="1400"/>
            </a:lvl1pPr>
            <a:lvl2pPr marL="228600" indent="0">
              <a:buFont typeface="Arial" panose="020B0604020202020204" pitchFamily="34" charset="0"/>
              <a:buNone/>
              <a:defRPr sz="1400"/>
            </a:lvl2pPr>
            <a:lvl3pPr marL="457200" indent="0">
              <a:buFont typeface="Arial" panose="020B0604020202020204" pitchFamily="34" charset="0"/>
              <a:buNone/>
              <a:defRPr sz="1400"/>
            </a:lvl3pPr>
            <a:lvl4pPr marL="685800" indent="0">
              <a:buFont typeface="Arial" panose="020B0604020202020204" pitchFamily="34" charset="0"/>
              <a:buNone/>
              <a:defRPr sz="1400"/>
            </a:lvl4pPr>
            <a:lvl5pPr marL="914400" indent="0">
              <a:buFont typeface="Arial" panose="020B0604020202020204" pitchFamily="34" charse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Footer Placeholder 6">
            <a:extLst>
              <a:ext uri="{FF2B5EF4-FFF2-40B4-BE49-F238E27FC236}">
                <a16:creationId xmlns:a16="http://schemas.microsoft.com/office/drawing/2014/main" id="{AC0D704B-E4D2-B261-890F-35C54C94C6EE}"/>
              </a:ext>
            </a:extLst>
          </p:cNvPr>
          <p:cNvSpPr>
            <a:spLocks noGrp="1"/>
          </p:cNvSpPr>
          <p:nvPr>
            <p:ph type="ftr" sz="quarter" idx="20"/>
          </p:nvPr>
        </p:nvSpPr>
        <p:spPr>
          <a:xfrm>
            <a:off x="6177425" y="6428984"/>
            <a:ext cx="4467829" cy="365125"/>
          </a:xfrm>
        </p:spPr>
        <p:txBody>
          <a:bodyPr anchor="b"/>
          <a:lstStyle/>
          <a:p>
            <a:endParaRPr lang="en-IN"/>
          </a:p>
        </p:txBody>
      </p:sp>
      <p:sp>
        <p:nvSpPr>
          <p:cNvPr id="8" name="Slide Number Placeholder 7">
            <a:extLst>
              <a:ext uri="{FF2B5EF4-FFF2-40B4-BE49-F238E27FC236}">
                <a16:creationId xmlns:a16="http://schemas.microsoft.com/office/drawing/2014/main" id="{C5932FFD-B632-F7EE-B653-9A621348C003}"/>
              </a:ext>
            </a:extLst>
          </p:cNvPr>
          <p:cNvSpPr>
            <a:spLocks noGrp="1"/>
          </p:cNvSpPr>
          <p:nvPr>
            <p:ph type="sldNum" sz="quarter" idx="21"/>
          </p:nvPr>
        </p:nvSpPr>
        <p:spPr>
          <a:xfrm>
            <a:off x="10926847" y="6421709"/>
            <a:ext cx="617457" cy="365125"/>
          </a:xfrm>
        </p:spPr>
        <p:txBody>
          <a:bodyPr anchor="b"/>
          <a:lstStyle/>
          <a:p>
            <a:fld id="{A6323855-97CC-421D-B418-FB285CAF60C3}" type="slidenum">
              <a:rPr lang="en-IN" smtClean="0"/>
              <a:t>‹#›</a:t>
            </a:fld>
            <a:endParaRPr lang="en-IN"/>
          </a:p>
        </p:txBody>
      </p:sp>
    </p:spTree>
    <p:extLst>
      <p:ext uri="{BB962C8B-B14F-4D97-AF65-F5344CB8AC3E}">
        <p14:creationId xmlns:p14="http://schemas.microsoft.com/office/powerpoint/2010/main" val="37509647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01348" y="644000"/>
            <a:ext cx="2594550" cy="1877132"/>
          </a:xfrm>
        </p:spPr>
        <p:txBody>
          <a:bodyPr anchor="t" anchorCtr="0">
            <a:noAutofit/>
          </a:bodyPr>
          <a:lstStyle>
            <a:lvl1pPr>
              <a:defRPr sz="5600"/>
            </a:lvl1p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606740" y="2899954"/>
            <a:ext cx="3610418" cy="3314046"/>
          </a:xfrm>
          <a:blipFill>
            <a:blip r:embed="rId2">
              <a:alphaModFix amt="70000"/>
            </a:blip>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4402183" y="644000"/>
            <a:ext cx="7183078" cy="5570000"/>
          </a:xfrm>
        </p:spPr>
        <p:txBody>
          <a:bodyPr anchor="b"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Footer Placeholder 6">
            <a:extLst>
              <a:ext uri="{FF2B5EF4-FFF2-40B4-BE49-F238E27FC236}">
                <a16:creationId xmlns:a16="http://schemas.microsoft.com/office/drawing/2014/main" id="{E471EB04-B63C-4629-0688-E2CC8C576A5A}"/>
              </a:ext>
            </a:extLst>
          </p:cNvPr>
          <p:cNvSpPr>
            <a:spLocks noGrp="1"/>
          </p:cNvSpPr>
          <p:nvPr>
            <p:ph type="ftr" sz="quarter" idx="16"/>
          </p:nvPr>
        </p:nvSpPr>
        <p:spPr>
          <a:xfrm>
            <a:off x="545926" y="6438284"/>
            <a:ext cx="5276852" cy="365125"/>
          </a:xfrm>
        </p:spPr>
        <p:txBody>
          <a:bodyPr anchor="b"/>
          <a:lstStyle/>
          <a:p>
            <a:endParaRPr lang="en-IN"/>
          </a:p>
        </p:txBody>
      </p:sp>
      <p:sp>
        <p:nvSpPr>
          <p:cNvPr id="12" name="Date Placeholder 5">
            <a:extLst>
              <a:ext uri="{FF2B5EF4-FFF2-40B4-BE49-F238E27FC236}">
                <a16:creationId xmlns:a16="http://schemas.microsoft.com/office/drawing/2014/main" id="{A4924D77-E18C-D84A-F550-9B0188FEBF87}"/>
              </a:ext>
            </a:extLst>
          </p:cNvPr>
          <p:cNvSpPr>
            <a:spLocks noGrp="1"/>
          </p:cNvSpPr>
          <p:nvPr>
            <p:ph type="dt" sz="half" idx="15"/>
          </p:nvPr>
        </p:nvSpPr>
        <p:spPr>
          <a:xfrm>
            <a:off x="6190488" y="6432496"/>
            <a:ext cx="2544079" cy="365125"/>
          </a:xfrm>
        </p:spPr>
        <p:txBody>
          <a:bodyPr anchor="b"/>
          <a:lstStyle/>
          <a:p>
            <a:fld id="{E717201E-EE50-4FEC-B1E6-13A61E9DD986}" type="datetimeFigureOut">
              <a:rPr lang="en-IN" smtClean="0"/>
              <a:t>20-08-2026</a:t>
            </a:fld>
            <a:endParaRPr lang="en-IN"/>
          </a:p>
        </p:txBody>
      </p:sp>
      <p:sp>
        <p:nvSpPr>
          <p:cNvPr id="14" name="Slide Number Placeholder 8">
            <a:extLst>
              <a:ext uri="{FF2B5EF4-FFF2-40B4-BE49-F238E27FC236}">
                <a16:creationId xmlns:a16="http://schemas.microsoft.com/office/drawing/2014/main" id="{38B4B455-40D3-EF76-D860-2A6FFBF69836}"/>
              </a:ext>
            </a:extLst>
          </p:cNvPr>
          <p:cNvSpPr>
            <a:spLocks noGrp="1"/>
          </p:cNvSpPr>
          <p:nvPr>
            <p:ph type="sldNum" sz="quarter" idx="17"/>
          </p:nvPr>
        </p:nvSpPr>
        <p:spPr>
          <a:xfrm>
            <a:off x="11099128" y="6438284"/>
            <a:ext cx="429207" cy="365125"/>
          </a:xfrm>
        </p:spPr>
        <p:txBody>
          <a:bodyPr anchor="b"/>
          <a:lstStyle/>
          <a:p>
            <a:fld id="{A6323855-97CC-421D-B418-FB285CAF60C3}" type="slidenum">
              <a:rPr lang="en-IN" smtClean="0"/>
              <a:t>‹#›</a:t>
            </a:fld>
            <a:endParaRPr lang="en-IN"/>
          </a:p>
        </p:txBody>
      </p:sp>
    </p:spTree>
    <p:extLst>
      <p:ext uri="{BB962C8B-B14F-4D97-AF65-F5344CB8AC3E}">
        <p14:creationId xmlns:p14="http://schemas.microsoft.com/office/powerpoint/2010/main" val="158987293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Number Lar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0" y="5504688"/>
            <a:ext cx="5902657" cy="1353312"/>
          </a:xfrm>
        </p:spPr>
        <p:txBody>
          <a:bodyPr anchor="b">
            <a:normAutofit/>
          </a:bodyPr>
          <a:lstStyle>
            <a:lvl1pPr>
              <a:lnSpc>
                <a:spcPct val="120000"/>
              </a:lnSpc>
              <a:defRPr sz="2000" b="0" spc="0" baseline="0">
                <a:solidFill>
                  <a:schemeClr val="tx1"/>
                </a:solidFill>
                <a:latin typeface="+mn-lt"/>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54591" y="-156950"/>
            <a:ext cx="5957248" cy="4510586"/>
          </a:xfrm>
        </p:spPr>
        <p:txBody>
          <a:bodyPr anchor="t">
            <a:normAutofit/>
          </a:bodyPr>
          <a:lstStyle>
            <a:lvl1pPr marL="0" indent="0">
              <a:lnSpc>
                <a:spcPct val="90000"/>
              </a:lnSpc>
              <a:spcBef>
                <a:spcPts val="0"/>
              </a:spcBef>
              <a:buNone/>
              <a:defRPr sz="15000" b="0" i="0">
                <a:solidFill>
                  <a:schemeClr val="tx1"/>
                </a:solidFill>
                <a:latin typeface="+mj-lt"/>
              </a:defRPr>
            </a:lvl1pPr>
          </a:lstStyle>
          <a:p>
            <a:pPr lvl="0"/>
            <a:r>
              <a:rPr lang="en-US" dirty="0"/>
              <a:t>##%</a:t>
            </a:r>
          </a:p>
        </p:txBody>
      </p:sp>
      <p:pic>
        <p:nvPicPr>
          <p:cNvPr id="6" name="Graphic 5">
            <a:extLst>
              <a:ext uri="{FF2B5EF4-FFF2-40B4-BE49-F238E27FC236}">
                <a16:creationId xmlns:a16="http://schemas.microsoft.com/office/drawing/2014/main" id="{BB98C21E-A9AF-D3FB-3F6A-06088553C6F8}"/>
              </a:ext>
            </a:extLst>
          </p:cNvPr>
          <p:cNvPicPr>
            <a:picLocks noChangeAspect="1"/>
          </p:cNvPicPr>
          <p:nvPr/>
        </p:nvPicPr>
        <p:blipFill>
          <a:blip>
            <a:extLst>
              <a:ext uri="{96DAC541-7B7A-43D3-8B79-37D633B846F1}">
                <asvg:svgBlip xmlns="" xmlns:asvg="http://schemas.microsoft.com/office/drawing/2016/SVG/main" r:embed="rId2"/>
              </a:ext>
            </a:extLst>
          </a:blip>
          <a:stretch>
            <a:fillRect/>
          </a:stretch>
        </p:blipFill>
        <p:spPr>
          <a:xfrm>
            <a:off x="11110101" y="5852160"/>
            <a:ext cx="1005840" cy="1005840"/>
          </a:xfrm>
          <a:prstGeom prst="rect">
            <a:avLst/>
          </a:prstGeom>
        </p:spPr>
      </p:pic>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a:xfrm>
            <a:off x="11762793" y="100701"/>
            <a:ext cx="429207" cy="365125"/>
          </a:xfrm>
        </p:spPr>
        <p:txBody>
          <a:bodyPr/>
          <a:lstStyle/>
          <a:p>
            <a:fld id="{A6323855-97CC-421D-B418-FB285CAF60C3}" type="slidenum">
              <a:rPr lang="en-IN" smtClean="0"/>
              <a:t>‹#›</a:t>
            </a:fld>
            <a:endParaRPr lang="en-IN"/>
          </a:p>
        </p:txBody>
      </p:sp>
    </p:spTree>
    <p:extLst>
      <p:ext uri="{BB962C8B-B14F-4D97-AF65-F5344CB8AC3E}">
        <p14:creationId xmlns:p14="http://schemas.microsoft.com/office/powerpoint/2010/main" val="2793758558"/>
      </p:ext>
    </p:extLst>
  </p:cSld>
  <p:clrMapOvr>
    <a:masterClrMapping/>
  </p:clrMapOvr>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Statem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1005840"/>
          </a:xfrm>
        </p:spPr>
        <p:txBody>
          <a:bodyPr/>
          <a:lstStyle/>
          <a:p>
            <a:r>
              <a:rPr lang="en-US"/>
              <a:t>Click to edit Master title style</a:t>
            </a:r>
          </a:p>
        </p:txBody>
      </p:sp>
      <p:pic>
        <p:nvPicPr>
          <p:cNvPr id="3" name="Graphic 2">
            <a:extLst>
              <a:ext uri="{FF2B5EF4-FFF2-40B4-BE49-F238E27FC236}">
                <a16:creationId xmlns:a16="http://schemas.microsoft.com/office/drawing/2014/main" id="{832976E3-E745-9DF8-C3E3-53A778D9502E}"/>
              </a:ext>
            </a:extLst>
          </p:cNvPr>
          <p:cNvPicPr>
            <a:picLocks noChangeAspect="1"/>
          </p:cNvPicPr>
          <p:nvPr/>
        </p:nvPicPr>
        <p:blipFill>
          <a:blip>
            <a:extLst>
              <a:ext uri="{96DAC541-7B7A-43D3-8B79-37D633B846F1}">
                <asvg:svgBlip xmlns="" xmlns:asvg="http://schemas.microsoft.com/office/drawing/2016/SVG/main" r:embed="rId2"/>
              </a:ext>
            </a:extLst>
          </a:blip>
          <a:stretch>
            <a:fillRect/>
          </a:stretch>
        </p:blipFill>
        <p:spPr>
          <a:xfrm>
            <a:off x="11096453" y="5852160"/>
            <a:ext cx="1005840" cy="1005840"/>
          </a:xfrm>
          <a:prstGeom prst="rect">
            <a:avLst/>
          </a:prstGeom>
        </p:spPr>
      </p:pic>
      <p:sp>
        <p:nvSpPr>
          <p:cNvPr id="12" name="Footer Placeholder 11">
            <a:extLst>
              <a:ext uri="{FF2B5EF4-FFF2-40B4-BE49-F238E27FC236}">
                <a16:creationId xmlns:a16="http://schemas.microsoft.com/office/drawing/2014/main" id="{6F777942-A24A-16CB-2115-A16E397BBB01}"/>
              </a:ext>
            </a:extLst>
          </p:cNvPr>
          <p:cNvSpPr>
            <a:spLocks noGrp="1"/>
          </p:cNvSpPr>
          <p:nvPr>
            <p:ph type="ftr" sz="quarter" idx="15"/>
          </p:nvPr>
        </p:nvSpPr>
        <p:spPr/>
        <p:txBody>
          <a:bodyPr/>
          <a:lstStyle/>
          <a:p>
            <a:endParaRPr lang="en-IN"/>
          </a:p>
        </p:txBody>
      </p:sp>
      <p:sp>
        <p:nvSpPr>
          <p:cNvPr id="11" name="Date Placeholder 10">
            <a:extLst>
              <a:ext uri="{FF2B5EF4-FFF2-40B4-BE49-F238E27FC236}">
                <a16:creationId xmlns:a16="http://schemas.microsoft.com/office/drawing/2014/main" id="{91D0C3F1-69CA-2A45-33F7-9AF4B8FFEDBC}"/>
              </a:ext>
            </a:extLst>
          </p:cNvPr>
          <p:cNvSpPr>
            <a:spLocks noGrp="1"/>
          </p:cNvSpPr>
          <p:nvPr>
            <p:ph type="dt" sz="half" idx="14"/>
          </p:nvPr>
        </p:nvSpPr>
        <p:spPr/>
        <p:txBody>
          <a:bodyPr/>
          <a:lstStyle/>
          <a:p>
            <a:fld id="{E717201E-EE50-4FEC-B1E6-13A61E9DD986}" type="datetimeFigureOut">
              <a:rPr lang="en-IN" smtClean="0"/>
              <a:t>20-08-2026</a:t>
            </a:fld>
            <a:endParaRPr lang="en-IN"/>
          </a:p>
        </p:txBody>
      </p:sp>
      <p:sp>
        <p:nvSpPr>
          <p:cNvPr id="13" name="Slide Number Placeholder 12">
            <a:extLst>
              <a:ext uri="{FF2B5EF4-FFF2-40B4-BE49-F238E27FC236}">
                <a16:creationId xmlns:a16="http://schemas.microsoft.com/office/drawing/2014/main" id="{8DB65802-3866-05DF-F96B-15A117F7C76C}"/>
              </a:ext>
            </a:extLst>
          </p:cNvPr>
          <p:cNvSpPr>
            <a:spLocks noGrp="1"/>
          </p:cNvSpPr>
          <p:nvPr>
            <p:ph type="sldNum" sz="quarter" idx="16"/>
          </p:nvPr>
        </p:nvSpPr>
        <p:spPr/>
        <p:txBody>
          <a:bodyPr/>
          <a:lstStyle/>
          <a:p>
            <a:fld id="{A6323855-97CC-421D-B418-FB285CAF60C3}" type="slidenum">
              <a:rPr lang="en-IN" smtClean="0"/>
              <a:t>‹#›</a:t>
            </a:fld>
            <a:endParaRPr lang="en-IN"/>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7470" y="1016759"/>
            <a:ext cx="10082693" cy="5841242"/>
          </a:xfrm>
        </p:spPr>
        <p:txBody>
          <a:bodyPr anchor="b" anchorCtr="0">
            <a:noAutofit/>
          </a:bodyPr>
          <a:lstStyle>
            <a:lvl1pPr marL="0" indent="0">
              <a:lnSpc>
                <a:spcPct val="80000"/>
              </a:lnSpc>
              <a:buNone/>
              <a:defRPr sz="5600" b="0" spc="-200" baseline="0"/>
            </a:lvl1pPr>
            <a:lvl2pPr marL="228600" indent="0">
              <a:lnSpc>
                <a:spcPct val="80000"/>
              </a:lnSpc>
              <a:buNone/>
              <a:defRPr sz="5600" b="0" spc="-200" baseline="0"/>
            </a:lvl2pPr>
            <a:lvl3pPr marL="457200" indent="0">
              <a:lnSpc>
                <a:spcPct val="80000"/>
              </a:lnSpc>
              <a:buNone/>
              <a:defRPr sz="5600" b="0" spc="-200" baseline="0"/>
            </a:lvl3pPr>
            <a:lvl4pPr marL="685800" indent="0">
              <a:lnSpc>
                <a:spcPct val="80000"/>
              </a:lnSpc>
              <a:buNone/>
              <a:defRPr sz="5600" b="0" spc="-200" baseline="0"/>
            </a:lvl4pPr>
            <a:lvl5pPr marL="914400" indent="0">
              <a:lnSpc>
                <a:spcPct val="80000"/>
              </a:lnSpc>
              <a:buNone/>
              <a:defRPr sz="5600" b="0" spc="-200" baseline="0"/>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17627799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5DC095FD-8C32-C2DB-3F1D-105AFD1518B8}"/>
              </a:ext>
            </a:extLst>
          </p:cNvPr>
          <p:cNvPicPr>
            <a:picLocks noChangeAspect="1"/>
          </p:cNvPicPr>
          <p:nvPr/>
        </p:nvPicPr>
        <p:blipFill>
          <a:blip>
            <a:extLst>
              <a:ext uri="{96DAC541-7B7A-43D3-8B79-37D633B846F1}">
                <asvg:svgBlip xmlns="" xmlns:asvg="http://schemas.microsoft.com/office/drawing/2016/SVG/main" r:embed="rId2"/>
              </a:ext>
            </a:extLst>
          </a:blip>
          <a:stretch>
            <a:fillRect/>
          </a:stretch>
        </p:blipFill>
        <p:spPr>
          <a:xfrm>
            <a:off x="11083347" y="5852160"/>
            <a:ext cx="1005840" cy="1005840"/>
          </a:xfrm>
          <a:prstGeom prst="rect">
            <a:avLst/>
          </a:prstGeom>
        </p:spPr>
      </p:pic>
      <p:sp>
        <p:nvSpPr>
          <p:cNvPr id="4" name="Title 1">
            <a:extLst>
              <a:ext uri="{FF2B5EF4-FFF2-40B4-BE49-F238E27FC236}">
                <a16:creationId xmlns:a16="http://schemas.microsoft.com/office/drawing/2014/main" id="{CA0FBB42-F049-CCA6-45E1-D60DC58A76F0}"/>
              </a:ext>
            </a:extLst>
          </p:cNvPr>
          <p:cNvSpPr>
            <a:spLocks noGrp="1"/>
          </p:cNvSpPr>
          <p:nvPr>
            <p:ph type="title" hasCustomPrompt="1"/>
          </p:nvPr>
        </p:nvSpPr>
        <p:spPr>
          <a:xfrm>
            <a:off x="-1" y="5899926"/>
            <a:ext cx="5902657" cy="958073"/>
          </a:xfrm>
        </p:spPr>
        <p:txBody>
          <a:bodyPr anchor="b">
            <a:normAutofit/>
          </a:bodyPr>
          <a:lstStyle>
            <a:lvl1pPr>
              <a:lnSpc>
                <a:spcPct val="80000"/>
              </a:lnSpc>
              <a:defRPr sz="2000" spc="0" baseline="0">
                <a:solidFill>
                  <a:schemeClr val="tx1"/>
                </a:solidFill>
                <a:latin typeface="+mn-lt"/>
              </a:defRPr>
            </a:lvl1pPr>
          </a:lstStyle>
          <a:p>
            <a:r>
              <a:rPr lang="en-US" dirty="0"/>
              <a:t>Quote Author</a:t>
            </a:r>
          </a:p>
        </p:txBody>
      </p:sp>
      <p:sp>
        <p:nvSpPr>
          <p:cNvPr id="5" name="Content Placeholder 6">
            <a:extLst>
              <a:ext uri="{FF2B5EF4-FFF2-40B4-BE49-F238E27FC236}">
                <a16:creationId xmlns:a16="http://schemas.microsoft.com/office/drawing/2014/main" id="{2B5E50A9-B175-CA38-A22A-468AE7533B54}"/>
              </a:ext>
            </a:extLst>
          </p:cNvPr>
          <p:cNvSpPr>
            <a:spLocks noGrp="1"/>
          </p:cNvSpPr>
          <p:nvPr>
            <p:ph sz="quarter" idx="13" hasCustomPrompt="1"/>
          </p:nvPr>
        </p:nvSpPr>
        <p:spPr>
          <a:xfrm>
            <a:off x="-18288" y="95534"/>
            <a:ext cx="8961120" cy="4476466"/>
          </a:xfrm>
        </p:spPr>
        <p:txBody>
          <a:bodyPr anchor="t">
            <a:normAutofit/>
          </a:bodyPr>
          <a:lstStyle>
            <a:lvl1pPr marL="164592" indent="-164592">
              <a:lnSpc>
                <a:spcPct val="80000"/>
              </a:lnSpc>
              <a:spcBef>
                <a:spcPts val="0"/>
              </a:spcBef>
              <a:buNone/>
              <a:defRPr sz="5600" spc="-200" baseline="0">
                <a:solidFill>
                  <a:schemeClr val="tx1"/>
                </a:solidFill>
                <a:latin typeface="+mj-lt"/>
              </a:defRPr>
            </a:lvl1pPr>
          </a:lstStyle>
          <a:p>
            <a:pPr lvl="0"/>
            <a:r>
              <a:rPr lang="en-US" dirty="0"/>
              <a:t>Click to add Quote</a:t>
            </a:r>
          </a:p>
        </p:txBody>
      </p:sp>
      <p:sp>
        <p:nvSpPr>
          <p:cNvPr id="8" name="Slide Number Placeholder 9">
            <a:extLst>
              <a:ext uri="{FF2B5EF4-FFF2-40B4-BE49-F238E27FC236}">
                <a16:creationId xmlns:a16="http://schemas.microsoft.com/office/drawing/2014/main" id="{84D7E47A-F89A-8F43-C300-185AD1461C07}"/>
              </a:ext>
            </a:extLst>
          </p:cNvPr>
          <p:cNvSpPr>
            <a:spLocks noGrp="1"/>
          </p:cNvSpPr>
          <p:nvPr>
            <p:ph type="sldNum" sz="quarter" idx="16"/>
          </p:nvPr>
        </p:nvSpPr>
        <p:spPr>
          <a:xfrm>
            <a:off x="11762793" y="110364"/>
            <a:ext cx="429207" cy="365125"/>
          </a:xfrm>
        </p:spPr>
        <p:txBody>
          <a:bodyPr/>
          <a:lstStyle/>
          <a:p>
            <a:fld id="{A6323855-97CC-421D-B418-FB285CAF60C3}" type="slidenum">
              <a:rPr lang="en-IN" smtClean="0"/>
              <a:t>‹#›</a:t>
            </a:fld>
            <a:endParaRPr lang="en-IN"/>
          </a:p>
        </p:txBody>
      </p:sp>
      <p:sp>
        <p:nvSpPr>
          <p:cNvPr id="10" name="Footer Placeholder 3">
            <a:extLst>
              <a:ext uri="{FF2B5EF4-FFF2-40B4-BE49-F238E27FC236}">
                <a16:creationId xmlns:a16="http://schemas.microsoft.com/office/drawing/2014/main" id="{1CA01B7F-0CDC-9F0A-6B3B-A87674D14D6B}"/>
              </a:ext>
            </a:extLst>
          </p:cNvPr>
          <p:cNvSpPr>
            <a:spLocks noGrp="1"/>
          </p:cNvSpPr>
          <p:nvPr>
            <p:ph type="ftr" sz="quarter" idx="17"/>
          </p:nvPr>
        </p:nvSpPr>
        <p:spPr>
          <a:xfrm>
            <a:off x="6193030" y="6392564"/>
            <a:ext cx="3104866" cy="365125"/>
          </a:xfrm>
        </p:spPr>
        <p:txBody>
          <a:bodyPr anchor="b"/>
          <a:lstStyle/>
          <a:p>
            <a:endParaRPr lang="en-IN"/>
          </a:p>
        </p:txBody>
      </p:sp>
    </p:spTree>
    <p:extLst>
      <p:ext uri="{BB962C8B-B14F-4D97-AF65-F5344CB8AC3E}">
        <p14:creationId xmlns:p14="http://schemas.microsoft.com/office/powerpoint/2010/main" val="1313098832"/>
      </p:ext>
    </p:extLst>
  </p:cSld>
  <p:clrMapOvr>
    <a:masterClrMapping/>
  </p:clrMapOvr>
  <p:extLst>
    <p:ext uri="{DCECCB84-F9BA-43D5-87BE-67443E8EF086}">
      <p15:sldGuideLst xmlns:p15="http://schemas.microsoft.com/office/powerpoint/2012/main"/>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1_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2A74F0-5415-CAD7-98B3-4A75913F44B5}"/>
              </a:ext>
            </a:extLst>
          </p:cNvPr>
          <p:cNvSpPr>
            <a:spLocks noGrp="1"/>
          </p:cNvSpPr>
          <p:nvPr>
            <p:ph type="title"/>
          </p:nvPr>
        </p:nvSpPr>
        <p:spPr>
          <a:xfrm>
            <a:off x="512064" y="987552"/>
            <a:ext cx="3465576" cy="2944368"/>
          </a:xfrm>
        </p:spPr>
        <p:txBody>
          <a:body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5151E178-0505-15CE-6ACB-7BE1FB1E52EC}"/>
              </a:ext>
            </a:extLst>
          </p:cNvPr>
          <p:cNvSpPr>
            <a:spLocks noGrp="1"/>
          </p:cNvSpPr>
          <p:nvPr>
            <p:ph type="ftr" sz="quarter" idx="11"/>
          </p:nvPr>
        </p:nvSpPr>
        <p:spPr>
          <a:xfrm>
            <a:off x="530353" y="110364"/>
            <a:ext cx="3474720" cy="365125"/>
          </a:xfrm>
        </p:spPr>
        <p:txBody>
          <a:bodyPr/>
          <a:lstStyle/>
          <a:p>
            <a:endParaRPr lang="en-IN"/>
          </a:p>
        </p:txBody>
      </p:sp>
      <p:sp>
        <p:nvSpPr>
          <p:cNvPr id="3" name="Date Placeholder 2">
            <a:extLst>
              <a:ext uri="{FF2B5EF4-FFF2-40B4-BE49-F238E27FC236}">
                <a16:creationId xmlns:a16="http://schemas.microsoft.com/office/drawing/2014/main" id="{9B82246E-2BFA-5BAA-F22D-A2618C05A0B2}"/>
              </a:ext>
            </a:extLst>
          </p:cNvPr>
          <p:cNvSpPr>
            <a:spLocks noGrp="1"/>
          </p:cNvSpPr>
          <p:nvPr>
            <p:ph type="dt" sz="half" idx="10"/>
          </p:nvPr>
        </p:nvSpPr>
        <p:spPr>
          <a:xfrm>
            <a:off x="4315968" y="104576"/>
            <a:ext cx="4836883" cy="365125"/>
          </a:xfrm>
        </p:spPr>
        <p:txBody>
          <a:bodyPr/>
          <a:lstStyle/>
          <a:p>
            <a:fld id="{E717201E-EE50-4FEC-B1E6-13A61E9DD986}" type="datetimeFigureOut">
              <a:rPr lang="en-IN" smtClean="0"/>
              <a:t>20-08-2026</a:t>
            </a:fld>
            <a:endParaRPr lang="en-IN"/>
          </a:p>
        </p:txBody>
      </p:sp>
      <p:sp>
        <p:nvSpPr>
          <p:cNvPr id="5" name="Slide Number Placeholder 4">
            <a:extLst>
              <a:ext uri="{FF2B5EF4-FFF2-40B4-BE49-F238E27FC236}">
                <a16:creationId xmlns:a16="http://schemas.microsoft.com/office/drawing/2014/main" id="{BD4BA02B-433E-FB95-6E96-11393CDBD0CB}"/>
              </a:ext>
            </a:extLst>
          </p:cNvPr>
          <p:cNvSpPr>
            <a:spLocks noGrp="1"/>
          </p:cNvSpPr>
          <p:nvPr>
            <p:ph type="sldNum" sz="quarter" idx="12"/>
          </p:nvPr>
        </p:nvSpPr>
        <p:spPr/>
        <p:txBody>
          <a:bodyPr/>
          <a:lstStyle/>
          <a:p>
            <a:fld id="{A6323855-97CC-421D-B418-FB285CAF60C3}" type="slidenum">
              <a:rPr lang="en-IN" smtClean="0"/>
              <a:t>‹#›</a:t>
            </a:fld>
            <a:endParaRPr lang="en-IN"/>
          </a:p>
        </p:txBody>
      </p:sp>
      <p:sp>
        <p:nvSpPr>
          <p:cNvPr id="8" name="Content Placeholder 3">
            <a:extLst>
              <a:ext uri="{FF2B5EF4-FFF2-40B4-BE49-F238E27FC236}">
                <a16:creationId xmlns:a16="http://schemas.microsoft.com/office/drawing/2014/main" id="{F74B4B98-ABA0-9FD3-485A-984EDEEB4469}"/>
              </a:ext>
            </a:extLst>
          </p:cNvPr>
          <p:cNvSpPr>
            <a:spLocks noGrp="1"/>
          </p:cNvSpPr>
          <p:nvPr>
            <p:ph sz="quarter" idx="17"/>
          </p:nvPr>
        </p:nvSpPr>
        <p:spPr>
          <a:xfrm>
            <a:off x="4315966" y="987552"/>
            <a:ext cx="7446825" cy="25603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Placeholder 9">
            <a:extLst>
              <a:ext uri="{FF2B5EF4-FFF2-40B4-BE49-F238E27FC236}">
                <a16:creationId xmlns:a16="http://schemas.microsoft.com/office/drawing/2014/main" id="{3822067E-4B47-03C7-3636-0C6F8324E1E9}"/>
              </a:ext>
            </a:extLst>
          </p:cNvPr>
          <p:cNvSpPr>
            <a:spLocks noGrp="1"/>
          </p:cNvSpPr>
          <p:nvPr>
            <p:ph sz="quarter" idx="18"/>
          </p:nvPr>
        </p:nvSpPr>
        <p:spPr>
          <a:xfrm>
            <a:off x="4315967" y="3931920"/>
            <a:ext cx="7446824" cy="25603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18782389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1_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EF29C1-2D4D-0529-EAD3-926838F41BF8}"/>
              </a:ext>
            </a:extLst>
          </p:cNvPr>
          <p:cNvSpPr>
            <a:spLocks noGrp="1"/>
          </p:cNvSpPr>
          <p:nvPr>
            <p:ph type="title"/>
          </p:nvPr>
        </p:nvSpPr>
        <p:spPr>
          <a:xfrm>
            <a:off x="512064" y="630936"/>
            <a:ext cx="11018520" cy="1088358"/>
          </a:xfrm>
        </p:spPr>
        <p:txBody>
          <a:body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9A6A1D5A-FFC5-5F10-90D2-A3FBCC3129EF}"/>
              </a:ext>
            </a:extLst>
          </p:cNvPr>
          <p:cNvSpPr>
            <a:spLocks noGrp="1"/>
          </p:cNvSpPr>
          <p:nvPr>
            <p:ph type="ftr" sz="quarter" idx="11"/>
          </p:nvPr>
        </p:nvSpPr>
        <p:spPr>
          <a:xfrm>
            <a:off x="530352" y="110364"/>
            <a:ext cx="5276852" cy="365125"/>
          </a:xfrm>
        </p:spPr>
        <p:txBody>
          <a:bodyPr/>
          <a:lstStyle/>
          <a:p>
            <a:endParaRPr lang="en-IN"/>
          </a:p>
        </p:txBody>
      </p:sp>
      <p:sp>
        <p:nvSpPr>
          <p:cNvPr id="3" name="Date Placeholder 2">
            <a:extLst>
              <a:ext uri="{FF2B5EF4-FFF2-40B4-BE49-F238E27FC236}">
                <a16:creationId xmlns:a16="http://schemas.microsoft.com/office/drawing/2014/main" id="{FE1BD63D-FC9C-D946-5560-869AEDE315EA}"/>
              </a:ext>
            </a:extLst>
          </p:cNvPr>
          <p:cNvSpPr>
            <a:spLocks noGrp="1"/>
          </p:cNvSpPr>
          <p:nvPr>
            <p:ph type="dt" sz="half" idx="10"/>
          </p:nvPr>
        </p:nvSpPr>
        <p:spPr>
          <a:xfrm>
            <a:off x="6190488" y="104576"/>
            <a:ext cx="4836883" cy="365125"/>
          </a:xfrm>
        </p:spPr>
        <p:txBody>
          <a:bodyPr/>
          <a:lstStyle/>
          <a:p>
            <a:fld id="{E717201E-EE50-4FEC-B1E6-13A61E9DD986}" type="datetimeFigureOut">
              <a:rPr lang="en-IN" smtClean="0"/>
              <a:t>20-08-2026</a:t>
            </a:fld>
            <a:endParaRPr lang="en-IN"/>
          </a:p>
        </p:txBody>
      </p:sp>
      <p:sp>
        <p:nvSpPr>
          <p:cNvPr id="5" name="Slide Number Placeholder 4">
            <a:extLst>
              <a:ext uri="{FF2B5EF4-FFF2-40B4-BE49-F238E27FC236}">
                <a16:creationId xmlns:a16="http://schemas.microsoft.com/office/drawing/2014/main" id="{822EF08D-93E2-AF7A-F559-DDB0B35B8781}"/>
              </a:ext>
            </a:extLst>
          </p:cNvPr>
          <p:cNvSpPr>
            <a:spLocks noGrp="1"/>
          </p:cNvSpPr>
          <p:nvPr>
            <p:ph type="sldNum" sz="quarter" idx="12"/>
          </p:nvPr>
        </p:nvSpPr>
        <p:spPr/>
        <p:txBody>
          <a:bodyPr/>
          <a:lstStyle/>
          <a:p>
            <a:fld id="{A6323855-97CC-421D-B418-FB285CAF60C3}" type="slidenum">
              <a:rPr lang="en-IN" smtClean="0"/>
              <a:t>‹#›</a:t>
            </a:fld>
            <a:endParaRPr lang="en-IN"/>
          </a:p>
        </p:txBody>
      </p:sp>
      <p:sp>
        <p:nvSpPr>
          <p:cNvPr id="6" name="Text Placeholder 2">
            <a:extLst>
              <a:ext uri="{FF2B5EF4-FFF2-40B4-BE49-F238E27FC236}">
                <a16:creationId xmlns:a16="http://schemas.microsoft.com/office/drawing/2014/main" id="{148CB9E0-8B46-6608-0C37-7C5ABA9B47A8}"/>
              </a:ext>
            </a:extLst>
          </p:cNvPr>
          <p:cNvSpPr>
            <a:spLocks noGrp="1"/>
          </p:cNvSpPr>
          <p:nvPr>
            <p:ph type="body" idx="1"/>
          </p:nvPr>
        </p:nvSpPr>
        <p:spPr>
          <a:xfrm>
            <a:off x="530352" y="2286000"/>
            <a:ext cx="5184648" cy="534033"/>
          </a:xfrm>
        </p:spPr>
        <p:txBody>
          <a:bodyPr/>
          <a:lstStyle/>
          <a:p>
            <a:pPr lvl="0"/>
            <a:r>
              <a:rPr lang="en-US"/>
              <a:t>Click to edit Master text styles</a:t>
            </a:r>
          </a:p>
        </p:txBody>
      </p:sp>
      <p:sp>
        <p:nvSpPr>
          <p:cNvPr id="10" name="Content Placeholder 5">
            <a:extLst>
              <a:ext uri="{FF2B5EF4-FFF2-40B4-BE49-F238E27FC236}">
                <a16:creationId xmlns:a16="http://schemas.microsoft.com/office/drawing/2014/main" id="{C2C05A59-CCEE-1225-7022-B1DA682C7041}"/>
              </a:ext>
            </a:extLst>
          </p:cNvPr>
          <p:cNvSpPr>
            <a:spLocks noGrp="1"/>
          </p:cNvSpPr>
          <p:nvPr>
            <p:ph sz="quarter" idx="17"/>
          </p:nvPr>
        </p:nvSpPr>
        <p:spPr>
          <a:xfrm>
            <a:off x="530351" y="2980943"/>
            <a:ext cx="5183188" cy="358611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ext Placeholder 4">
            <a:extLst>
              <a:ext uri="{FF2B5EF4-FFF2-40B4-BE49-F238E27FC236}">
                <a16:creationId xmlns:a16="http://schemas.microsoft.com/office/drawing/2014/main" id="{86471C19-5F51-6595-B72A-4BFC1E553DC0}"/>
              </a:ext>
            </a:extLst>
          </p:cNvPr>
          <p:cNvSpPr>
            <a:spLocks noGrp="1"/>
          </p:cNvSpPr>
          <p:nvPr>
            <p:ph type="body" sz="quarter" idx="3"/>
          </p:nvPr>
        </p:nvSpPr>
        <p:spPr>
          <a:xfrm>
            <a:off x="6190488" y="2286000"/>
            <a:ext cx="5183188" cy="534033"/>
          </a:xfrm>
        </p:spPr>
        <p:txBody>
          <a:bodyPr/>
          <a:lstStyle/>
          <a:p>
            <a:pPr lvl="0"/>
            <a:r>
              <a:rPr lang="en-US"/>
              <a:t>Click to edit Master text styles</a:t>
            </a:r>
          </a:p>
        </p:txBody>
      </p:sp>
      <p:sp>
        <p:nvSpPr>
          <p:cNvPr id="11" name="Content Placeholder 11">
            <a:extLst>
              <a:ext uri="{FF2B5EF4-FFF2-40B4-BE49-F238E27FC236}">
                <a16:creationId xmlns:a16="http://schemas.microsoft.com/office/drawing/2014/main" id="{0AB20C10-A144-EF5E-8276-7E736CE87590}"/>
              </a:ext>
            </a:extLst>
          </p:cNvPr>
          <p:cNvSpPr>
            <a:spLocks noGrp="1"/>
          </p:cNvSpPr>
          <p:nvPr>
            <p:ph sz="quarter" idx="18"/>
          </p:nvPr>
        </p:nvSpPr>
        <p:spPr>
          <a:xfrm>
            <a:off x="6190488" y="2980944"/>
            <a:ext cx="5183188" cy="358611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12097168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6D1F904E-1F4C-373E-2E2B-D7478F70F195}"/>
              </a:ext>
            </a:extLst>
          </p:cNvPr>
          <p:cNvSpPr>
            <a:spLocks noGrp="1"/>
          </p:cNvSpPr>
          <p:nvPr>
            <p:ph type="title"/>
          </p:nvPr>
        </p:nvSpPr>
        <p:spPr>
          <a:xfrm>
            <a:off x="502920" y="644663"/>
            <a:ext cx="11045952" cy="1088358"/>
          </a:xfrm>
        </p:spPr>
        <p:txBody>
          <a:body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a:xfrm>
            <a:off x="530352" y="109728"/>
            <a:ext cx="5276852" cy="365125"/>
          </a:xfrm>
        </p:spPr>
        <p:txBody>
          <a:bodyPr/>
          <a:lstStyle/>
          <a:p>
            <a:endParaRPr lang="en-IN"/>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E717201E-EE50-4FEC-B1E6-13A61E9DD986}" type="datetimeFigureOut">
              <a:rPr lang="en-IN" smtClean="0"/>
              <a:t>20-08-2026</a:t>
            </a:fld>
            <a:endParaRPr lang="en-IN"/>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a:xfrm>
            <a:off x="11231928" y="110364"/>
            <a:ext cx="429207" cy="365125"/>
          </a:xfrm>
        </p:spPr>
        <p:txBody>
          <a:bodyPr/>
          <a:lstStyle/>
          <a:p>
            <a:fld id="{A6323855-97CC-421D-B418-FB285CAF60C3}" type="slidenum">
              <a:rPr lang="en-IN" smtClean="0"/>
              <a:t>‹#›</a:t>
            </a:fld>
            <a:endParaRPr lang="en-IN"/>
          </a:p>
        </p:txBody>
      </p:sp>
    </p:spTree>
    <p:extLst>
      <p:ext uri="{BB962C8B-B14F-4D97-AF65-F5344CB8AC3E}">
        <p14:creationId xmlns:p14="http://schemas.microsoft.com/office/powerpoint/2010/main" val="417518474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6" name="Footer Placeholder 4">
            <a:extLst>
              <a:ext uri="{FF2B5EF4-FFF2-40B4-BE49-F238E27FC236}">
                <a16:creationId xmlns:a16="http://schemas.microsoft.com/office/drawing/2014/main" id="{1AD1B27E-1142-7BB8-1DE8-D31FA8AA8F10}"/>
              </a:ext>
            </a:extLst>
          </p:cNvPr>
          <p:cNvSpPr>
            <a:spLocks noGrp="1"/>
          </p:cNvSpPr>
          <p:nvPr>
            <p:ph type="ftr" sz="quarter" idx="11"/>
          </p:nvPr>
        </p:nvSpPr>
        <p:spPr>
          <a:xfrm>
            <a:off x="0" y="100701"/>
            <a:ext cx="5898630" cy="365125"/>
          </a:xfrm>
        </p:spPr>
        <p:txBody>
          <a:bodyPr/>
          <a:lstStyle/>
          <a:p>
            <a:endParaRPr lang="en-IN"/>
          </a:p>
        </p:txBody>
      </p:sp>
      <p:sp>
        <p:nvSpPr>
          <p:cNvPr id="5" name="Date Placeholder 3">
            <a:extLst>
              <a:ext uri="{FF2B5EF4-FFF2-40B4-BE49-F238E27FC236}">
                <a16:creationId xmlns:a16="http://schemas.microsoft.com/office/drawing/2014/main" id="{D900E2BC-FCC7-E994-4648-A42CDE518612}"/>
              </a:ext>
            </a:extLst>
          </p:cNvPr>
          <p:cNvSpPr>
            <a:spLocks noGrp="1"/>
          </p:cNvSpPr>
          <p:nvPr>
            <p:ph type="dt" sz="half" idx="10"/>
          </p:nvPr>
        </p:nvSpPr>
        <p:spPr>
          <a:xfrm>
            <a:off x="6217920" y="100701"/>
            <a:ext cx="5332001" cy="365125"/>
          </a:xfrm>
        </p:spPr>
        <p:txBody>
          <a:bodyPr/>
          <a:lstStyle/>
          <a:p>
            <a:fld id="{E717201E-EE50-4FEC-B1E6-13A61E9DD986}" type="datetimeFigureOut">
              <a:rPr lang="en-IN" smtClean="0"/>
              <a:t>20-08-2026</a:t>
            </a:fld>
            <a:endParaRPr lang="en-IN"/>
          </a:p>
        </p:txBody>
      </p:sp>
      <p:sp>
        <p:nvSpPr>
          <p:cNvPr id="7" name="Slide Number Placeholder 5">
            <a:extLst>
              <a:ext uri="{FF2B5EF4-FFF2-40B4-BE49-F238E27FC236}">
                <a16:creationId xmlns:a16="http://schemas.microsoft.com/office/drawing/2014/main" id="{9E211A59-CFA8-A0B1-4A4C-E446F90726C5}"/>
              </a:ext>
            </a:extLst>
          </p:cNvPr>
          <p:cNvSpPr>
            <a:spLocks noGrp="1"/>
          </p:cNvSpPr>
          <p:nvPr>
            <p:ph type="sldNum" sz="quarter" idx="12"/>
          </p:nvPr>
        </p:nvSpPr>
        <p:spPr>
          <a:xfrm>
            <a:off x="11762793" y="100701"/>
            <a:ext cx="429207" cy="365125"/>
          </a:xfrm>
        </p:spPr>
        <p:txBody>
          <a:bodyPr/>
          <a:lstStyle/>
          <a:p>
            <a:fld id="{A6323855-97CC-421D-B418-FB285CAF60C3}" type="slidenum">
              <a:rPr lang="en-IN" smtClean="0"/>
              <a:t>‹#›</a:t>
            </a:fld>
            <a:endParaRPr lang="en-IN"/>
          </a:p>
        </p:txBody>
      </p:sp>
    </p:spTree>
    <p:extLst>
      <p:ext uri="{BB962C8B-B14F-4D97-AF65-F5344CB8AC3E}">
        <p14:creationId xmlns:p14="http://schemas.microsoft.com/office/powerpoint/2010/main" val="404401680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clusion">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545926" y="655093"/>
            <a:ext cx="10982409" cy="1528549"/>
          </a:xfrm>
        </p:spPr>
        <p:txBody>
          <a:bodyPr anchor="t">
            <a:noAutofit/>
          </a:bodyPr>
          <a:lstStyle>
            <a:lvl1pPr>
              <a:defRPr sz="56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545926" y="2497540"/>
            <a:ext cx="10982409" cy="3384645"/>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5">
            <a:extLst>
              <a:ext uri="{FF2B5EF4-FFF2-40B4-BE49-F238E27FC236}">
                <a16:creationId xmlns:a16="http://schemas.microsoft.com/office/drawing/2014/main" id="{BD7A9B30-35AB-D437-5276-473CFE5169DF}"/>
              </a:ext>
            </a:extLst>
          </p:cNvPr>
          <p:cNvSpPr>
            <a:spLocks noGrp="1"/>
          </p:cNvSpPr>
          <p:nvPr>
            <p:ph type="ftr" sz="quarter" idx="16"/>
          </p:nvPr>
        </p:nvSpPr>
        <p:spPr>
          <a:xfrm>
            <a:off x="545926" y="6438284"/>
            <a:ext cx="5276852" cy="365125"/>
          </a:xfrm>
        </p:spPr>
        <p:txBody>
          <a:bodyPr/>
          <a:lstStyle/>
          <a:p>
            <a:endParaRPr lang="en-IN"/>
          </a:p>
        </p:txBody>
      </p:sp>
      <p:sp>
        <p:nvSpPr>
          <p:cNvPr id="4" name="Date Placeholder 4">
            <a:extLst>
              <a:ext uri="{FF2B5EF4-FFF2-40B4-BE49-F238E27FC236}">
                <a16:creationId xmlns:a16="http://schemas.microsoft.com/office/drawing/2014/main" id="{0D033E8C-C8B6-A9F1-6B99-0610AEC435CB}"/>
              </a:ext>
            </a:extLst>
          </p:cNvPr>
          <p:cNvSpPr>
            <a:spLocks noGrp="1"/>
          </p:cNvSpPr>
          <p:nvPr>
            <p:ph type="dt" sz="half" idx="15"/>
          </p:nvPr>
        </p:nvSpPr>
        <p:spPr>
          <a:xfrm>
            <a:off x="6190488" y="6432496"/>
            <a:ext cx="2544079" cy="365125"/>
          </a:xfrm>
        </p:spPr>
        <p:txBody>
          <a:bodyPr/>
          <a:lstStyle/>
          <a:p>
            <a:fld id="{E717201E-EE50-4FEC-B1E6-13A61E9DD986}" type="datetimeFigureOut">
              <a:rPr lang="en-IN" smtClean="0"/>
              <a:t>20-08-2026</a:t>
            </a:fld>
            <a:endParaRPr lang="en-IN"/>
          </a:p>
        </p:txBody>
      </p:sp>
      <p:sp>
        <p:nvSpPr>
          <p:cNvPr id="6" name="Slide Number Placeholder 6">
            <a:extLst>
              <a:ext uri="{FF2B5EF4-FFF2-40B4-BE49-F238E27FC236}">
                <a16:creationId xmlns:a16="http://schemas.microsoft.com/office/drawing/2014/main" id="{09C00759-43C5-D4A5-6597-C9F31C4DA2AA}"/>
              </a:ext>
            </a:extLst>
          </p:cNvPr>
          <p:cNvSpPr>
            <a:spLocks noGrp="1"/>
          </p:cNvSpPr>
          <p:nvPr>
            <p:ph type="sldNum" sz="quarter" idx="17"/>
          </p:nvPr>
        </p:nvSpPr>
        <p:spPr>
          <a:xfrm>
            <a:off x="11099128" y="6438284"/>
            <a:ext cx="429207" cy="365125"/>
          </a:xfrm>
        </p:spPr>
        <p:txBody>
          <a:bodyPr/>
          <a:lstStyle/>
          <a:p>
            <a:fld id="{A6323855-97CC-421D-B418-FB285CAF60C3}" type="slidenum">
              <a:rPr lang="en-IN" smtClean="0"/>
              <a:t>‹#›</a:t>
            </a:fld>
            <a:endParaRPr lang="en-IN"/>
          </a:p>
        </p:txBody>
      </p:sp>
    </p:spTree>
    <p:extLst>
      <p:ext uri="{BB962C8B-B14F-4D97-AF65-F5344CB8AC3E}">
        <p14:creationId xmlns:p14="http://schemas.microsoft.com/office/powerpoint/2010/main" val="1052450175"/>
      </p:ext>
    </p:extLst>
  </p:cSld>
  <p:clrMapOvr>
    <a:overrideClrMapping bg1="dk1" tx1="lt1" bg2="dk2" tx2="lt2" accent1="accent1" accent2="accent2" accent3="accent3" accent4="accent4" accent5="accent5" accent6="accent6" hlink="hlink" folHlink="folHlink"/>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clusion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518615" y="2883090"/>
            <a:ext cx="7741851" cy="1842020"/>
          </a:xfrm>
        </p:spPr>
        <p:txBody>
          <a:bodyPr anchor="b">
            <a:noAutofit/>
          </a:bodyPr>
          <a:lstStyle>
            <a:lvl1pPr>
              <a:defRPr sz="5600"/>
            </a:lvl1pPr>
          </a:lstStyle>
          <a:p>
            <a:r>
              <a:rPr lang="en-US"/>
              <a:t>Click to edit Master title style</a:t>
            </a:r>
            <a:endParaRPr lang="en-US" dirty="0"/>
          </a:p>
        </p:txBody>
      </p:sp>
      <p:sp>
        <p:nvSpPr>
          <p:cNvPr id="9" name="Footer Placeholder 4">
            <a:extLst>
              <a:ext uri="{FF2B5EF4-FFF2-40B4-BE49-F238E27FC236}">
                <a16:creationId xmlns:a16="http://schemas.microsoft.com/office/drawing/2014/main" id="{C9D34928-44CA-ACCE-36AD-37689020A379}"/>
              </a:ext>
            </a:extLst>
          </p:cNvPr>
          <p:cNvSpPr>
            <a:spLocks noGrp="1"/>
          </p:cNvSpPr>
          <p:nvPr>
            <p:ph type="ftr" sz="quarter" idx="11"/>
          </p:nvPr>
        </p:nvSpPr>
        <p:spPr>
          <a:xfrm>
            <a:off x="536906" y="100701"/>
            <a:ext cx="5361724" cy="365125"/>
          </a:xfrm>
        </p:spPr>
        <p:txBody>
          <a:bodyPr/>
          <a:lstStyle/>
          <a:p>
            <a:endParaRPr lang="en-IN"/>
          </a:p>
        </p:txBody>
      </p:sp>
      <p:sp>
        <p:nvSpPr>
          <p:cNvPr id="8" name="Date Placeholder 3">
            <a:extLst>
              <a:ext uri="{FF2B5EF4-FFF2-40B4-BE49-F238E27FC236}">
                <a16:creationId xmlns:a16="http://schemas.microsoft.com/office/drawing/2014/main" id="{B6F43E62-A9B0-571B-E3BD-354206A884CF}"/>
              </a:ext>
            </a:extLst>
          </p:cNvPr>
          <p:cNvSpPr>
            <a:spLocks noGrp="1"/>
          </p:cNvSpPr>
          <p:nvPr>
            <p:ph type="dt" sz="half" idx="10"/>
          </p:nvPr>
        </p:nvSpPr>
        <p:spPr>
          <a:xfrm>
            <a:off x="6217921" y="100701"/>
            <a:ext cx="2526030" cy="365125"/>
          </a:xfrm>
        </p:spPr>
        <p:txBody>
          <a:bodyPr/>
          <a:lstStyle/>
          <a:p>
            <a:fld id="{E717201E-EE50-4FEC-B1E6-13A61E9DD986}" type="datetimeFigureOut">
              <a:rPr lang="en-IN" smtClean="0"/>
              <a:t>20-08-2026</a:t>
            </a:fld>
            <a:endParaRPr lang="en-IN"/>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536905" y="4922111"/>
            <a:ext cx="7741850" cy="1279615"/>
          </a:xfrm>
        </p:spPr>
        <p:txBody>
          <a:bodyPr anchor="t">
            <a:noAutofit/>
          </a:bodyPr>
          <a:lstStyle>
            <a:lvl1pPr marL="0" indent="0">
              <a:buNone/>
              <a:defRPr sz="14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762793" y="6392174"/>
            <a:ext cx="429207" cy="365125"/>
          </a:xfrm>
        </p:spPr>
        <p:txBody>
          <a:bodyPr anchor="b"/>
          <a:lstStyle/>
          <a:p>
            <a:fld id="{A6323855-97CC-421D-B418-FB285CAF60C3}" type="slidenum">
              <a:rPr lang="en-IN" smtClean="0"/>
              <a:t>‹#›</a:t>
            </a:fld>
            <a:endParaRPr lang="en-IN"/>
          </a:p>
        </p:txBody>
      </p:sp>
      <p:sp>
        <p:nvSpPr>
          <p:cNvPr id="3" name="Oval 2">
            <a:extLst>
              <a:ext uri="{FF2B5EF4-FFF2-40B4-BE49-F238E27FC236}">
                <a16:creationId xmlns:a16="http://schemas.microsoft.com/office/drawing/2014/main" id="{D3CF16D9-01F3-6CE6-7291-C344E099BBD0}"/>
              </a:ext>
            </a:extLst>
          </p:cNvPr>
          <p:cNvSpPr/>
          <p:nvPr/>
        </p:nvSpPr>
        <p:spPr>
          <a:xfrm>
            <a:off x="8454179" y="100701"/>
            <a:ext cx="3557904" cy="3557904"/>
          </a:xfrm>
          <a:prstGeom prst="ellipse">
            <a:avLst/>
          </a:prstGeom>
          <a:noFill/>
          <a:ln w="158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678642499"/>
      </p:ext>
    </p:extLst>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alpha val="99000"/>
          </a:schemeClr>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18288" y="644663"/>
            <a:ext cx="12001592" cy="1088358"/>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6190488" y="104576"/>
            <a:ext cx="4836883" cy="365125"/>
          </a:xfrm>
          <a:prstGeom prst="rect">
            <a:avLst/>
          </a:prstGeom>
        </p:spPr>
        <p:txBody>
          <a:bodyPr vert="horz" lIns="91440" tIns="45720" rIns="91440" bIns="45720" rtlCol="0" anchor="t"/>
          <a:lstStyle>
            <a:lvl1pPr algn="l" rtl="0">
              <a:lnSpc>
                <a:spcPct val="80000"/>
              </a:lnSpc>
              <a:defRPr sz="1000">
                <a:solidFill>
                  <a:schemeClr val="tx1"/>
                </a:solidFill>
                <a:latin typeface="+mn-lt"/>
              </a:defRPr>
            </a:lvl1pPr>
          </a:lstStyle>
          <a:p>
            <a:fld id="{E717201E-EE50-4FEC-B1E6-13A61E9DD986}" type="datetimeFigureOut">
              <a:rPr lang="en-IN" smtClean="0"/>
              <a:t>20-08-2026</a:t>
            </a:fld>
            <a:endParaRPr lang="en-IN"/>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14501" y="110364"/>
            <a:ext cx="5276852" cy="365125"/>
          </a:xfrm>
          <a:prstGeom prst="rect">
            <a:avLst/>
          </a:prstGeom>
        </p:spPr>
        <p:txBody>
          <a:bodyPr vert="horz" lIns="91440" tIns="45720" rIns="91440" bIns="45720" rtlCol="0" anchor="t"/>
          <a:lstStyle>
            <a:lvl1pPr algn="l" rtl="0">
              <a:lnSpc>
                <a:spcPct val="80000"/>
              </a:lnSpc>
              <a:defRPr sz="1000">
                <a:solidFill>
                  <a:schemeClr val="tx1"/>
                </a:solidFill>
                <a:latin typeface="+mn-lt"/>
              </a:defRPr>
            </a:lvl1pPr>
          </a:lstStyle>
          <a:p>
            <a:endParaRPr lang="en-IN"/>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762792" y="110364"/>
            <a:ext cx="429207" cy="365125"/>
          </a:xfrm>
          <a:prstGeom prst="rect">
            <a:avLst/>
          </a:prstGeom>
        </p:spPr>
        <p:txBody>
          <a:bodyPr vert="horz" lIns="91440" tIns="45720" rIns="91440" bIns="45720" rtlCol="0" anchor="t"/>
          <a:lstStyle>
            <a:lvl1pPr algn="r" rtl="0">
              <a:lnSpc>
                <a:spcPct val="80000"/>
              </a:lnSpc>
              <a:defRPr sz="1000">
                <a:solidFill>
                  <a:schemeClr val="tx1"/>
                </a:solidFill>
                <a:latin typeface="+mn-lt"/>
              </a:defRPr>
            </a:lvl1pPr>
          </a:lstStyle>
          <a:p>
            <a:fld id="{A6323855-97CC-421D-B418-FB285CAF60C3}" type="slidenum">
              <a:rPr lang="en-IN" smtClean="0"/>
              <a:t>‹#›</a:t>
            </a:fld>
            <a:endParaRPr lang="en-IN"/>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0" y="1907521"/>
            <a:ext cx="12001592" cy="48401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585045506"/>
      </p:ext>
    </p:extLst>
  </p:cSld>
  <p:clrMap bg1="lt1" tx1="dk1" bg2="lt2" tx2="dk2" accent1="accent1" accent2="accent2" accent3="accent3" accent4="accent4" accent5="accent5" accent6="accent6" hlink="hlink" folHlink="folHlink"/>
  <p:sldLayoutIdLst>
    <p:sldLayoutId id="2147483765" r:id="rId1"/>
    <p:sldLayoutId id="2147483766" r:id="rId2"/>
    <p:sldLayoutId id="2147483767" r:id="rId3"/>
    <p:sldLayoutId id="2147483768" r:id="rId4"/>
    <p:sldLayoutId id="2147483769" r:id="rId5"/>
    <p:sldLayoutId id="2147483770" r:id="rId6"/>
    <p:sldLayoutId id="2147483771" r:id="rId7"/>
    <p:sldLayoutId id="2147483772" r:id="rId8"/>
    <p:sldLayoutId id="2147483773" r:id="rId9"/>
    <p:sldLayoutId id="2147483774" r:id="rId10"/>
    <p:sldLayoutId id="2147483775" r:id="rId11"/>
    <p:sldLayoutId id="2147483776" r:id="rId12"/>
    <p:sldLayoutId id="2147483777" r:id="rId13"/>
    <p:sldLayoutId id="2147483778" r:id="rId14"/>
    <p:sldLayoutId id="2147483779" r:id="rId15"/>
    <p:sldLayoutId id="2147483780" r:id="rId16"/>
    <p:sldLayoutId id="2147483781" r:id="rId17"/>
    <p:sldLayoutId id="2147483782" r:id="rId18"/>
    <p:sldLayoutId id="2147483783" r:id="rId19"/>
    <p:sldLayoutId id="2147483784" r:id="rId20"/>
    <p:sldLayoutId id="2147483785" r:id="rId21"/>
    <p:sldLayoutId id="2147483786" r:id="rId22"/>
    <p:sldLayoutId id="2147483787" r:id="rId23"/>
    <p:sldLayoutId id="2147483788" r:id="rId24"/>
    <p:sldLayoutId id="2147483789" r:id="rId25"/>
    <p:sldLayoutId id="2147483790" r:id="rId26"/>
    <p:sldLayoutId id="2147483791" r:id="rId27"/>
  </p:sldLayoutIdLst>
  <p:txStyles>
    <p:titleStyle>
      <a:lvl1pPr algn="l" defTabSz="914400" rtl="0" eaLnBrk="1" latinLnBrk="0" hangingPunct="1">
        <a:lnSpc>
          <a:spcPct val="80000"/>
        </a:lnSpc>
        <a:spcBef>
          <a:spcPct val="0"/>
        </a:spcBef>
        <a:buNone/>
        <a:defRPr sz="5600" b="0" i="0" kern="1200" spc="-200" baseline="0">
          <a:solidFill>
            <a:schemeClr val="tx1"/>
          </a:solidFill>
          <a:latin typeface="+mj-lt"/>
          <a:ea typeface="+mj-ea"/>
          <a:cs typeface="+mj-cs"/>
        </a:defRPr>
      </a:lvl1pPr>
    </p:titleStyle>
    <p:bodyStyle>
      <a:lvl1pPr marL="0" indent="0" algn="l" defTabSz="914400" rtl="0" eaLnBrk="1" latinLnBrk="0" hangingPunct="1">
        <a:lnSpc>
          <a:spcPct val="80000"/>
        </a:lnSpc>
        <a:spcBef>
          <a:spcPts val="1000"/>
        </a:spcBef>
        <a:buFont typeface="Arial" panose="020B0604020202020204" pitchFamily="34" charset="0"/>
        <a:buNone/>
        <a:defRPr sz="1400" kern="1200" baseline="0">
          <a:solidFill>
            <a:schemeClr val="tx1"/>
          </a:solidFill>
          <a:latin typeface="+mn-lt"/>
          <a:ea typeface="+mn-ea"/>
          <a:cs typeface="+mn-cs"/>
        </a:defRPr>
      </a:lvl1pPr>
      <a:lvl2pPr marL="228600" indent="0" algn="l" defTabSz="914400" rtl="0" eaLnBrk="1" latinLnBrk="0" hangingPunct="1">
        <a:lnSpc>
          <a:spcPct val="80000"/>
        </a:lnSpc>
        <a:spcBef>
          <a:spcPts val="1000"/>
        </a:spcBef>
        <a:buFont typeface="Arial" panose="020B0604020202020204" pitchFamily="34" charset="0"/>
        <a:buNone/>
        <a:defRPr sz="1400" kern="1200" baseline="0">
          <a:solidFill>
            <a:schemeClr val="tx1"/>
          </a:solidFill>
          <a:latin typeface="+mn-lt"/>
          <a:ea typeface="+mn-ea"/>
          <a:cs typeface="+mn-cs"/>
        </a:defRPr>
      </a:lvl2pPr>
      <a:lvl3pPr marL="457200" indent="0" algn="l" defTabSz="914400" rtl="0" eaLnBrk="1" latinLnBrk="0" hangingPunct="1">
        <a:lnSpc>
          <a:spcPct val="80000"/>
        </a:lnSpc>
        <a:spcBef>
          <a:spcPts val="1000"/>
        </a:spcBef>
        <a:buFont typeface="Arial" panose="020B0604020202020204" pitchFamily="34" charset="0"/>
        <a:buNone/>
        <a:defRPr sz="1400" kern="1200" baseline="0">
          <a:solidFill>
            <a:schemeClr val="tx1"/>
          </a:solidFill>
          <a:latin typeface="+mn-lt"/>
          <a:ea typeface="+mn-ea"/>
          <a:cs typeface="+mn-cs"/>
        </a:defRPr>
      </a:lvl3pPr>
      <a:lvl4pPr marL="685800" indent="0" algn="l" defTabSz="914400" rtl="0" eaLnBrk="1" latinLnBrk="0" hangingPunct="1">
        <a:lnSpc>
          <a:spcPct val="80000"/>
        </a:lnSpc>
        <a:spcBef>
          <a:spcPts val="1000"/>
        </a:spcBef>
        <a:buFont typeface="Arial" panose="020B0604020202020204" pitchFamily="34" charset="0"/>
        <a:buNone/>
        <a:defRPr sz="1400" kern="1200" baseline="0">
          <a:solidFill>
            <a:schemeClr val="tx1"/>
          </a:solidFill>
          <a:latin typeface="+mn-lt"/>
          <a:ea typeface="+mn-ea"/>
          <a:cs typeface="+mn-cs"/>
        </a:defRPr>
      </a:lvl4pPr>
      <a:lvl5pPr marL="914400" indent="0" algn="l" defTabSz="914400" rtl="0" eaLnBrk="1" latinLnBrk="0" hangingPunct="1">
        <a:lnSpc>
          <a:spcPct val="80000"/>
        </a:lnSpc>
        <a:spcBef>
          <a:spcPts val="1000"/>
        </a:spcBef>
        <a:buFont typeface="Arial" panose="020B0604020202020204" pitchFamily="34" charset="0"/>
        <a:buNone/>
        <a:defRPr sz="1400" kern="120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5" orient="horz" pos="2160">
          <p15:clr>
            <a:srgbClr val="F26B43"/>
          </p15:clr>
        </p15:guide>
        <p15:guide id="6" pos="3840">
          <p15:clr>
            <a:srgbClr val="F26B43"/>
          </p15:clr>
        </p15:guide>
      </p15:sldGuideLst>
    </p:ext>
  </p:extLst>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6.png"/><Relationship Id="rId1" Type="http://schemas.openxmlformats.org/officeDocument/2006/relationships/slideLayout" Target="../slideLayouts/slideLayout25.xml"/><Relationship Id="rId4" Type="http://schemas.openxmlformats.org/officeDocument/2006/relationships/image" Target="../media/image7.png"/></Relationships>
</file>

<file path=ppt/slides/_rels/slide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5.xml"/></Relationships>
</file>

<file path=ppt/slides/_rels/slide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5.xml"/></Relationships>
</file>

<file path=ppt/slides/_rels/slide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5.xml"/></Relationships>
</file>

<file path=ppt/slides/_rels/slide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5.xml"/></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5.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5.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5.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5.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xml"/><Relationship Id="rId1" Type="http://schemas.openxmlformats.org/officeDocument/2006/relationships/slideLayout" Target="../slideLayouts/slideLayout2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5.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5.xml"/></Relationships>
</file>

<file path=ppt/slides/_rels/slide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5.xml"/></Relationships>
</file>

<file path=ppt/slides/_rels/slide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2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5.xml"/></Relationships>
</file>

<file path=ppt/slides/_rels/slide2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00A47F1-4AED-67EF-2812-6C8FD9654822}"/>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25000"/>
                    </a14:imgEffect>
                    <a14:imgEffect>
                      <a14:brightnessContrast bright="-40000" contrast="40000"/>
                    </a14:imgEffect>
                  </a14:imgLayer>
                </a14:imgProps>
              </a:ext>
            </a:extLst>
          </a:blip>
          <a:stretch>
            <a:fillRect/>
          </a:stretch>
        </p:blipFill>
        <p:spPr>
          <a:xfrm>
            <a:off x="-92597" y="0"/>
            <a:ext cx="12192000" cy="7022123"/>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sp>
        <p:nvSpPr>
          <p:cNvPr id="6" name="Rectangle: Rounded Corners 5">
            <a:extLst>
              <a:ext uri="{FF2B5EF4-FFF2-40B4-BE49-F238E27FC236}">
                <a16:creationId xmlns:a16="http://schemas.microsoft.com/office/drawing/2014/main" id="{2F735069-35C9-6ABE-EECC-BE23C74C4726}"/>
              </a:ext>
            </a:extLst>
          </p:cNvPr>
          <p:cNvSpPr/>
          <p:nvPr/>
        </p:nvSpPr>
        <p:spPr>
          <a:xfrm>
            <a:off x="1573157" y="274791"/>
            <a:ext cx="9350479" cy="914400"/>
          </a:xfrm>
          <a:prstGeom prst="roundRect">
            <a:avLst/>
          </a:prstGeom>
          <a:effectLst>
            <a:glow rad="101600">
              <a:schemeClr val="accent1">
                <a:satMod val="175000"/>
                <a:alpha val="40000"/>
              </a:schemeClr>
            </a:glow>
            <a:outerShdw blurRad="57150" dist="19050" dir="5400000" algn="ctr" rotWithShape="0">
              <a:srgbClr val="000000">
                <a:alpha val="63000"/>
              </a:srgbClr>
            </a:outerShdw>
          </a:effectLst>
          <a:scene3d>
            <a:camera prst="orthographicFront"/>
            <a:lightRig rig="threePt" dir="t"/>
          </a:scene3d>
          <a:sp3d>
            <a:bevelT prst="angle"/>
          </a:sp3d>
        </p:spPr>
        <p:style>
          <a:lnRef idx="0">
            <a:schemeClr val="accent5"/>
          </a:lnRef>
          <a:fillRef idx="3">
            <a:schemeClr val="accent5"/>
          </a:fillRef>
          <a:effectRef idx="3">
            <a:schemeClr val="accent5"/>
          </a:effectRef>
          <a:fontRef idx="minor">
            <a:schemeClr val="lt1"/>
          </a:fontRef>
        </p:style>
        <p:txBody>
          <a:bodyPr rtlCol="0" anchor="ctr"/>
          <a:lstStyle/>
          <a:p>
            <a:pPr algn="ctr"/>
            <a:r>
              <a:rPr lang="en-US" sz="2000" b="1" dirty="0">
                <a:ln w="0"/>
                <a:solidFill>
                  <a:schemeClr val="tx1"/>
                </a:solidFill>
                <a:effectLst>
                  <a:outerShdw blurRad="38100" dist="19050" dir="2700000" algn="tl" rotWithShape="0">
                    <a:schemeClr val="dk1">
                      <a:alpha val="40000"/>
                    </a:schemeClr>
                  </a:outerShdw>
                </a:effectLst>
              </a:rPr>
              <a:t>Database Integrated Carbon Credit Tokenization Using Blockchain </a:t>
            </a:r>
            <a:endParaRPr lang="en-IN" sz="2000" b="1" dirty="0"/>
          </a:p>
        </p:txBody>
      </p:sp>
      <p:pic>
        <p:nvPicPr>
          <p:cNvPr id="18" name="Picture 17">
            <a:extLst>
              <a:ext uri="{FF2B5EF4-FFF2-40B4-BE49-F238E27FC236}">
                <a16:creationId xmlns:a16="http://schemas.microsoft.com/office/drawing/2014/main" id="{EE1D1377-8567-DE0B-C68E-2E6CDFB2D5E1}"/>
              </a:ext>
            </a:extLst>
          </p:cNvPr>
          <p:cNvPicPr>
            <a:picLocks noChangeAspect="1"/>
          </p:cNvPicPr>
          <p:nvPr/>
        </p:nvPicPr>
        <p:blipFill>
          <a:blip r:embed="rId4"/>
          <a:stretch>
            <a:fillRect/>
          </a:stretch>
        </p:blipFill>
        <p:spPr>
          <a:xfrm>
            <a:off x="4986333" y="1606061"/>
            <a:ext cx="2524125" cy="1905000"/>
          </a:xfrm>
          <a:prstGeom prst="rect">
            <a:avLst/>
          </a:prstGeom>
        </p:spPr>
      </p:pic>
      <p:sp>
        <p:nvSpPr>
          <p:cNvPr id="20" name="TextBox 19">
            <a:extLst>
              <a:ext uri="{FF2B5EF4-FFF2-40B4-BE49-F238E27FC236}">
                <a16:creationId xmlns:a16="http://schemas.microsoft.com/office/drawing/2014/main" id="{AD25200E-4C50-3B6F-1712-C60E51D49F32}"/>
              </a:ext>
            </a:extLst>
          </p:cNvPr>
          <p:cNvSpPr txBox="1"/>
          <p:nvPr/>
        </p:nvSpPr>
        <p:spPr>
          <a:xfrm>
            <a:off x="2992892" y="3746209"/>
            <a:ext cx="6729842" cy="461665"/>
          </a:xfrm>
          <a:prstGeom prst="rect">
            <a:avLst/>
          </a:prstGeom>
          <a:noFill/>
        </p:spPr>
        <p:txBody>
          <a:bodyPr wrap="square">
            <a:spAutoFit/>
          </a:bodyPr>
          <a:lstStyle/>
          <a:p>
            <a:r>
              <a:rPr lang="en-IN" sz="2400" b="1" dirty="0">
                <a:solidFill>
                  <a:schemeClr val="bg1"/>
                </a:solidFill>
              </a:rPr>
              <a:t>22AIE303-Database Management Systems </a:t>
            </a:r>
          </a:p>
        </p:txBody>
      </p:sp>
      <p:sp>
        <p:nvSpPr>
          <p:cNvPr id="21" name="TextBox 20">
            <a:extLst>
              <a:ext uri="{FF2B5EF4-FFF2-40B4-BE49-F238E27FC236}">
                <a16:creationId xmlns:a16="http://schemas.microsoft.com/office/drawing/2014/main" id="{5BB695D8-B568-78FC-BB5F-7513CD9FDF5F}"/>
              </a:ext>
            </a:extLst>
          </p:cNvPr>
          <p:cNvSpPr txBox="1"/>
          <p:nvPr/>
        </p:nvSpPr>
        <p:spPr>
          <a:xfrm>
            <a:off x="3440578" y="4414670"/>
            <a:ext cx="5615641" cy="1938992"/>
          </a:xfrm>
          <a:prstGeom prst="rect">
            <a:avLst/>
          </a:prstGeom>
          <a:noFill/>
        </p:spPr>
        <p:txBody>
          <a:bodyPr wrap="none" rtlCol="0">
            <a:spAutoFit/>
          </a:bodyPr>
          <a:lstStyle/>
          <a:p>
            <a:pPr algn="ctr"/>
            <a:r>
              <a:rPr lang="en-US" sz="2400" b="1" dirty="0">
                <a:solidFill>
                  <a:schemeClr val="bg1"/>
                </a:solidFill>
              </a:rPr>
              <a:t>Team –C_09</a:t>
            </a:r>
          </a:p>
          <a:p>
            <a:pPr algn="ctr"/>
            <a:r>
              <a:rPr lang="en-US" sz="2400" dirty="0">
                <a:solidFill>
                  <a:schemeClr val="bg1"/>
                </a:solidFill>
              </a:rPr>
              <a:t>Amrutha Tammurothu-24255</a:t>
            </a:r>
          </a:p>
          <a:p>
            <a:pPr algn="ctr"/>
            <a:r>
              <a:rPr lang="en-US" sz="2400" dirty="0">
                <a:solidFill>
                  <a:schemeClr val="bg1"/>
                </a:solidFill>
              </a:rPr>
              <a:t>Bala Prasanna kumar-24256</a:t>
            </a:r>
          </a:p>
          <a:p>
            <a:pPr algn="ctr"/>
            <a:r>
              <a:rPr lang="en-US" sz="2400" dirty="0">
                <a:solidFill>
                  <a:schemeClr val="bg1"/>
                </a:solidFill>
              </a:rPr>
              <a:t>Charan Tej Reddy Yammanuru-24259</a:t>
            </a:r>
          </a:p>
          <a:p>
            <a:pPr algn="ctr"/>
            <a:r>
              <a:rPr lang="en-US" sz="2400" dirty="0">
                <a:solidFill>
                  <a:schemeClr val="bg1"/>
                </a:solidFill>
              </a:rPr>
              <a:t>Poojitha Devineni-24263</a:t>
            </a:r>
            <a:endParaRPr lang="en-IN" sz="2400" dirty="0">
              <a:solidFill>
                <a:schemeClr val="bg1"/>
              </a:solidFill>
            </a:endParaRPr>
          </a:p>
        </p:txBody>
      </p:sp>
    </p:spTree>
    <p:extLst>
      <p:ext uri="{BB962C8B-B14F-4D97-AF65-F5344CB8AC3E}">
        <p14:creationId xmlns:p14="http://schemas.microsoft.com/office/powerpoint/2010/main" val="32650709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E6873ACE-6DEE-4E16-269E-DB489CA14552}"/>
              </a:ext>
            </a:extLst>
          </p:cNvPr>
          <p:cNvSpPr/>
          <p:nvPr/>
        </p:nvSpPr>
        <p:spPr>
          <a:xfrm>
            <a:off x="3815787" y="189010"/>
            <a:ext cx="4560426" cy="625032"/>
          </a:xfrm>
          <a:prstGeom prst="roundRect">
            <a:avLst/>
          </a:prstGeom>
          <a:solidFill>
            <a:schemeClr val="bg2">
              <a:lumMod val="75000"/>
            </a:schemeClr>
          </a:solidFill>
          <a:ln>
            <a:solidFill>
              <a:schemeClr val="accent6">
                <a:lumMod val="40000"/>
                <a:lumOff val="60000"/>
              </a:schemeClr>
            </a:solidFill>
          </a:ln>
          <a:effectLst>
            <a:glow rad="101600">
              <a:schemeClr val="accent1">
                <a:satMod val="175000"/>
                <a:alpha val="40000"/>
              </a:schemeClr>
            </a:glow>
            <a:reflection blurRad="6350" stA="50000" endA="275" endPos="40000" dist="101600" dir="5400000" sy="-100000" algn="bl" rotWithShape="0"/>
          </a:effectLst>
          <a:scene3d>
            <a:camera prst="orthographicFront"/>
            <a:lightRig rig="threePt" dir="t"/>
          </a:scene3d>
          <a:sp3d>
            <a:bevelT prst="angle"/>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ln w="0"/>
                <a:solidFill>
                  <a:schemeClr val="tx1"/>
                </a:solidFill>
                <a:effectLst>
                  <a:outerShdw blurRad="38100" dist="19050" dir="2700000" algn="tl" rotWithShape="0">
                    <a:schemeClr val="dk1">
                      <a:alpha val="40000"/>
                    </a:schemeClr>
                  </a:outerShdw>
                </a:effectLst>
              </a:rPr>
              <a:t>Introduction </a:t>
            </a:r>
            <a:endParaRPr lang="en-IN" sz="2000" b="1" dirty="0">
              <a:ln w="0"/>
              <a:solidFill>
                <a:schemeClr val="tx1"/>
              </a:solidFill>
              <a:effectLst>
                <a:outerShdw blurRad="38100" dist="19050" dir="2700000" algn="tl" rotWithShape="0">
                  <a:schemeClr val="dk1">
                    <a:alpha val="40000"/>
                  </a:schemeClr>
                </a:outerShdw>
              </a:effectLst>
            </a:endParaRPr>
          </a:p>
        </p:txBody>
      </p:sp>
      <p:pic>
        <p:nvPicPr>
          <p:cNvPr id="6" name="Picture 5">
            <a:extLst>
              <a:ext uri="{FF2B5EF4-FFF2-40B4-BE49-F238E27FC236}">
                <a16:creationId xmlns:a16="http://schemas.microsoft.com/office/drawing/2014/main" id="{9DA3788B-3CD6-8AAC-E20D-B05036C85E70}"/>
              </a:ext>
            </a:extLst>
          </p:cNvPr>
          <p:cNvPicPr>
            <a:picLocks noChangeAspect="1"/>
          </p:cNvPicPr>
          <p:nvPr/>
        </p:nvPicPr>
        <p:blipFill>
          <a:blip r:embed="rId2"/>
          <a:stretch>
            <a:fillRect/>
          </a:stretch>
        </p:blipFill>
        <p:spPr>
          <a:xfrm>
            <a:off x="3380488" y="3821752"/>
            <a:ext cx="5116415" cy="2784323"/>
          </a:xfrm>
          <a:prstGeom prst="rect">
            <a:avLst/>
          </a:prstGeom>
          <a:ln>
            <a:solidFill>
              <a:srgbClr val="FFCCCC"/>
            </a:solidFill>
          </a:ln>
        </p:spPr>
      </p:pic>
      <p:sp>
        <p:nvSpPr>
          <p:cNvPr id="8" name="TextBox 7">
            <a:extLst>
              <a:ext uri="{FF2B5EF4-FFF2-40B4-BE49-F238E27FC236}">
                <a16:creationId xmlns:a16="http://schemas.microsoft.com/office/drawing/2014/main" id="{A8180510-D046-2AE6-C333-D1177BB9A8B1}"/>
              </a:ext>
            </a:extLst>
          </p:cNvPr>
          <p:cNvSpPr txBox="1"/>
          <p:nvPr/>
        </p:nvSpPr>
        <p:spPr>
          <a:xfrm>
            <a:off x="145567" y="886736"/>
            <a:ext cx="11586259" cy="2862322"/>
          </a:xfrm>
          <a:prstGeom prst="rect">
            <a:avLst/>
          </a:prstGeom>
          <a:noFill/>
        </p:spPr>
        <p:txBody>
          <a:bodyPr wrap="square">
            <a:spAutoFit/>
          </a:bodyPr>
          <a:lstStyle/>
          <a:p>
            <a:r>
              <a:rPr lang="en-US" sz="2000" dirty="0"/>
              <a:t>The Carbon Credit Management System is a web-based platform that manages carbon reduction projects and carbon credits. It connects companies, verifiers, and the marketplace in one system. Companies can create projects, verifiers can approve and verify them, and companies can buy or sell carbon credits. The system also maintains credit usage, transactions, project status, and verification records securely in the database.</a:t>
            </a:r>
            <a:r>
              <a:rPr lang="en-IN" sz="2000" dirty="0" smtClean="0"/>
              <a:t>The </a:t>
            </a:r>
            <a:r>
              <a:rPr lang="en-IN" sz="2000" dirty="0"/>
              <a:t>increasing impact of climate change has created a need for secure and transparent carbon credit management systems. Traditional systems face challenges such as inaccurate reporting, limited transparency, and inefficient verification. This </a:t>
            </a:r>
            <a:r>
              <a:rPr lang="en-IN" sz="2000" dirty="0" smtClean="0"/>
              <a:t>project </a:t>
            </a:r>
            <a:r>
              <a:rPr lang="en-IN" sz="2000" dirty="0"/>
              <a:t>proposes a Carbon Credit Management System that integrates blockchain technology and database management to securely track, verify, and trade carbon credits.</a:t>
            </a:r>
          </a:p>
        </p:txBody>
      </p:sp>
    </p:spTree>
    <p:extLst>
      <p:ext uri="{BB962C8B-B14F-4D97-AF65-F5344CB8AC3E}">
        <p14:creationId xmlns:p14="http://schemas.microsoft.com/office/powerpoint/2010/main" val="1859095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3745BFDE-26DF-111D-9306-06D65825528D}"/>
              </a:ext>
            </a:extLst>
          </p:cNvPr>
          <p:cNvSpPr/>
          <p:nvPr/>
        </p:nvSpPr>
        <p:spPr>
          <a:xfrm>
            <a:off x="3610906" y="152928"/>
            <a:ext cx="4560426" cy="625032"/>
          </a:xfrm>
          <a:prstGeom prst="roundRect">
            <a:avLst/>
          </a:prstGeom>
          <a:solidFill>
            <a:schemeClr val="bg2">
              <a:lumMod val="75000"/>
            </a:schemeClr>
          </a:solidFill>
          <a:ln>
            <a:solidFill>
              <a:schemeClr val="accent6">
                <a:lumMod val="40000"/>
                <a:lumOff val="60000"/>
              </a:schemeClr>
            </a:solidFill>
          </a:ln>
          <a:effectLst>
            <a:glow rad="101600">
              <a:schemeClr val="accent1">
                <a:satMod val="175000"/>
                <a:alpha val="40000"/>
              </a:schemeClr>
            </a:glow>
            <a:reflection blurRad="6350" stA="50000" endA="275" endPos="40000" dist="101600" dir="5400000" sy="-100000" algn="bl" rotWithShape="0"/>
          </a:effectLst>
          <a:scene3d>
            <a:camera prst="orthographicFront"/>
            <a:lightRig rig="threePt" dir="t"/>
          </a:scene3d>
          <a:sp3d>
            <a:bevelT prst="angle"/>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smtClean="0">
                <a:ln w="0"/>
                <a:solidFill>
                  <a:schemeClr val="tx1"/>
                </a:solidFill>
                <a:effectLst>
                  <a:outerShdw blurRad="38100" dist="19050" dir="2700000" algn="tl" rotWithShape="0">
                    <a:schemeClr val="dk1">
                      <a:alpha val="40000"/>
                    </a:schemeClr>
                  </a:outerShdw>
                </a:effectLst>
              </a:rPr>
              <a:t>Why </a:t>
            </a:r>
            <a:r>
              <a:rPr lang="en-US" sz="2000" b="1" dirty="0" err="1" smtClean="0">
                <a:ln w="0"/>
                <a:solidFill>
                  <a:schemeClr val="tx1"/>
                </a:solidFill>
                <a:effectLst>
                  <a:outerShdw blurRad="38100" dist="19050" dir="2700000" algn="tl" rotWithShape="0">
                    <a:schemeClr val="dk1">
                      <a:alpha val="40000"/>
                    </a:schemeClr>
                  </a:outerShdw>
                </a:effectLst>
              </a:rPr>
              <a:t>Blockchain</a:t>
            </a:r>
            <a:r>
              <a:rPr lang="en-US" sz="2000" b="1" dirty="0" smtClean="0">
                <a:ln w="0"/>
                <a:solidFill>
                  <a:schemeClr val="tx1"/>
                </a:solidFill>
                <a:effectLst>
                  <a:outerShdw blurRad="38100" dist="19050" dir="2700000" algn="tl" rotWithShape="0">
                    <a:schemeClr val="dk1">
                      <a:alpha val="40000"/>
                    </a:schemeClr>
                  </a:outerShdw>
                </a:effectLst>
              </a:rPr>
              <a:t>?</a:t>
            </a:r>
            <a:endParaRPr lang="en-IN" sz="2000" b="1" dirty="0">
              <a:ln w="0"/>
              <a:solidFill>
                <a:schemeClr val="tx1"/>
              </a:solidFill>
              <a:effectLst>
                <a:outerShdw blurRad="38100" dist="19050" dir="2700000" algn="tl" rotWithShape="0">
                  <a:schemeClr val="dk1">
                    <a:alpha val="40000"/>
                  </a:schemeClr>
                </a:outerShdw>
              </a:effectLst>
            </a:endParaRPr>
          </a:p>
        </p:txBody>
      </p:sp>
      <p:pic>
        <p:nvPicPr>
          <p:cNvPr id="5" name="Picture 4">
            <a:extLst>
              <a:ext uri="{FF2B5EF4-FFF2-40B4-BE49-F238E27FC236}">
                <a16:creationId xmlns:a16="http://schemas.microsoft.com/office/drawing/2014/main" id="{E4A1C453-3523-290C-8B41-1C861BEBDE24}"/>
              </a:ext>
            </a:extLst>
          </p:cNvPr>
          <p:cNvPicPr>
            <a:picLocks noChangeAspect="1"/>
          </p:cNvPicPr>
          <p:nvPr/>
        </p:nvPicPr>
        <p:blipFill>
          <a:blip r:embed="rId2"/>
          <a:stretch>
            <a:fillRect/>
          </a:stretch>
        </p:blipFill>
        <p:spPr>
          <a:xfrm>
            <a:off x="9321405" y="4142996"/>
            <a:ext cx="2762636" cy="2715004"/>
          </a:xfrm>
          <a:prstGeom prst="rect">
            <a:avLst/>
          </a:prstGeom>
        </p:spPr>
      </p:pic>
      <p:sp>
        <p:nvSpPr>
          <p:cNvPr id="2" name="Rectangle 1"/>
          <p:cNvSpPr>
            <a:spLocks noChangeArrowheads="1"/>
          </p:cNvSpPr>
          <p:nvPr/>
        </p:nvSpPr>
        <p:spPr bwMode="auto">
          <a:xfrm>
            <a:off x="1663700" y="1873984"/>
            <a:ext cx="9994900" cy="16312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tabLst/>
            </a:pPr>
            <a:endParaRPr kumimoji="0" lang="en-US" altLang="en-US" sz="2000" b="1" i="0" u="none" strike="noStrike" cap="none" normalizeH="0" baseline="0" dirty="0" smtClean="0">
              <a:ln>
                <a:noFill/>
              </a:ln>
              <a:solidFill>
                <a:schemeClr val="tx1"/>
              </a:solidFill>
              <a:effectLst/>
              <a:latin typeface="Arial" panose="020B060402020202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2000" b="1" i="0" u="none" strike="noStrike" cap="none" normalizeH="0" baseline="0" dirty="0" smtClean="0">
                <a:ln>
                  <a:noFill/>
                </a:ln>
                <a:solidFill>
                  <a:schemeClr val="tx1"/>
                </a:solidFill>
                <a:effectLst/>
                <a:latin typeface="Arial" panose="020B0604020202020204" pitchFamily="34" charset="0"/>
              </a:rPr>
              <a:t>Transparency</a:t>
            </a:r>
            <a:r>
              <a:rPr kumimoji="0" lang="en-US" altLang="en-US" sz="2000" b="0" i="0" u="none" strike="noStrike" cap="none" normalizeH="0" baseline="0" dirty="0" smtClean="0">
                <a:ln>
                  <a:noFill/>
                </a:ln>
                <a:solidFill>
                  <a:schemeClr val="tx1"/>
                </a:solidFill>
                <a:effectLst/>
                <a:latin typeface="Arial" panose="020B0604020202020204" pitchFamily="34" charset="0"/>
              </a:rPr>
              <a:t> – Makes carbon-credit transactions traceable. </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2000" b="1" i="0" u="none" strike="noStrike" cap="none" normalizeH="0" baseline="0" dirty="0" smtClean="0">
                <a:ln>
                  <a:noFill/>
                </a:ln>
                <a:solidFill>
                  <a:schemeClr val="tx1"/>
                </a:solidFill>
                <a:effectLst/>
                <a:latin typeface="Arial" panose="020B0604020202020204" pitchFamily="34" charset="0"/>
              </a:rPr>
              <a:t>Security</a:t>
            </a:r>
            <a:r>
              <a:rPr kumimoji="0" lang="en-US" altLang="en-US" sz="2000" b="0" i="0" u="none" strike="noStrike" cap="none" normalizeH="0" baseline="0" dirty="0" smtClean="0">
                <a:ln>
                  <a:noFill/>
                </a:ln>
                <a:solidFill>
                  <a:schemeClr val="tx1"/>
                </a:solidFill>
                <a:effectLst/>
                <a:latin typeface="Arial" panose="020B0604020202020204" pitchFamily="34" charset="0"/>
              </a:rPr>
              <a:t> – Provides tamper-resistant transaction records. </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2000" b="1" i="0" u="none" strike="noStrike" cap="none" normalizeH="0" baseline="0" dirty="0" smtClean="0">
                <a:ln>
                  <a:noFill/>
                </a:ln>
                <a:solidFill>
                  <a:schemeClr val="tx1"/>
                </a:solidFill>
                <a:effectLst/>
                <a:latin typeface="Arial" panose="020B0604020202020204" pitchFamily="34" charset="0"/>
              </a:rPr>
              <a:t>Prevents double spending</a:t>
            </a:r>
            <a:r>
              <a:rPr kumimoji="0" lang="en-US" altLang="en-US" sz="2000" b="0" i="0" u="none" strike="noStrike" cap="none" normalizeH="0" baseline="0" dirty="0" smtClean="0">
                <a:ln>
                  <a:noFill/>
                </a:ln>
                <a:solidFill>
                  <a:schemeClr val="tx1"/>
                </a:solidFill>
                <a:effectLst/>
                <a:latin typeface="Arial" panose="020B0604020202020204" pitchFamily="34" charset="0"/>
              </a:rPr>
              <a:t> – Helps ensure the same credit is not sold twice. </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2000" b="1" i="0" u="none" strike="noStrike" cap="none" normalizeH="0" baseline="0" dirty="0" smtClean="0">
                <a:ln>
                  <a:noFill/>
                </a:ln>
                <a:solidFill>
                  <a:schemeClr val="tx1"/>
                </a:solidFill>
                <a:effectLst/>
                <a:latin typeface="Arial" panose="020B0604020202020204" pitchFamily="34" charset="0"/>
              </a:rPr>
              <a:t>Trust</a:t>
            </a:r>
            <a:r>
              <a:rPr kumimoji="0" lang="en-US" altLang="en-US" sz="2000" b="0" i="0" u="none" strike="noStrike" cap="none" normalizeH="0" baseline="0" dirty="0" smtClean="0">
                <a:ln>
                  <a:noFill/>
                </a:ln>
                <a:solidFill>
                  <a:schemeClr val="tx1"/>
                </a:solidFill>
                <a:effectLst/>
                <a:latin typeface="Arial" panose="020B0604020202020204" pitchFamily="34" charset="0"/>
              </a:rPr>
              <a:t> – Provides reliable proof of credit ownership and transfers. </a:t>
            </a:r>
          </a:p>
        </p:txBody>
      </p:sp>
    </p:spTree>
    <p:extLst>
      <p:ext uri="{BB962C8B-B14F-4D97-AF65-F5344CB8AC3E}">
        <p14:creationId xmlns:p14="http://schemas.microsoft.com/office/powerpoint/2010/main" val="8577973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3745BFDE-26DF-111D-9306-06D65825528D}"/>
              </a:ext>
            </a:extLst>
          </p:cNvPr>
          <p:cNvSpPr/>
          <p:nvPr/>
        </p:nvSpPr>
        <p:spPr>
          <a:xfrm>
            <a:off x="3610906" y="152928"/>
            <a:ext cx="4560426" cy="625032"/>
          </a:xfrm>
          <a:prstGeom prst="roundRect">
            <a:avLst/>
          </a:prstGeom>
          <a:solidFill>
            <a:schemeClr val="bg2">
              <a:lumMod val="75000"/>
            </a:schemeClr>
          </a:solidFill>
          <a:ln>
            <a:solidFill>
              <a:schemeClr val="accent6">
                <a:lumMod val="40000"/>
                <a:lumOff val="60000"/>
              </a:schemeClr>
            </a:solidFill>
          </a:ln>
          <a:effectLst>
            <a:glow rad="101600">
              <a:schemeClr val="accent1">
                <a:satMod val="175000"/>
                <a:alpha val="40000"/>
              </a:schemeClr>
            </a:glow>
            <a:reflection blurRad="6350" stA="50000" endA="275" endPos="40000" dist="101600" dir="5400000" sy="-100000" algn="bl" rotWithShape="0"/>
          </a:effectLst>
          <a:scene3d>
            <a:camera prst="orthographicFront"/>
            <a:lightRig rig="threePt" dir="t"/>
          </a:scene3d>
          <a:sp3d>
            <a:bevelT prst="angle"/>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ln w="0"/>
                <a:solidFill>
                  <a:schemeClr val="tx1"/>
                </a:solidFill>
                <a:effectLst>
                  <a:outerShdw blurRad="38100" dist="19050" dir="2700000" algn="tl" rotWithShape="0">
                    <a:schemeClr val="dk1">
                      <a:alpha val="40000"/>
                    </a:schemeClr>
                  </a:outerShdw>
                </a:effectLst>
              </a:rPr>
              <a:t>Motivation </a:t>
            </a:r>
            <a:endParaRPr lang="en-IN" sz="2000" b="1" dirty="0">
              <a:ln w="0"/>
              <a:solidFill>
                <a:schemeClr val="tx1"/>
              </a:solidFill>
              <a:effectLst>
                <a:outerShdw blurRad="38100" dist="19050" dir="2700000" algn="tl" rotWithShape="0">
                  <a:schemeClr val="dk1">
                    <a:alpha val="40000"/>
                  </a:schemeClr>
                </a:outerShdw>
              </a:effectLst>
            </a:endParaRPr>
          </a:p>
        </p:txBody>
      </p:sp>
      <p:pic>
        <p:nvPicPr>
          <p:cNvPr id="5" name="Picture 4">
            <a:extLst>
              <a:ext uri="{FF2B5EF4-FFF2-40B4-BE49-F238E27FC236}">
                <a16:creationId xmlns:a16="http://schemas.microsoft.com/office/drawing/2014/main" id="{E4A1C453-3523-290C-8B41-1C861BEBDE24}"/>
              </a:ext>
            </a:extLst>
          </p:cNvPr>
          <p:cNvPicPr>
            <a:picLocks noChangeAspect="1"/>
          </p:cNvPicPr>
          <p:nvPr/>
        </p:nvPicPr>
        <p:blipFill>
          <a:blip r:embed="rId2"/>
          <a:stretch>
            <a:fillRect/>
          </a:stretch>
        </p:blipFill>
        <p:spPr>
          <a:xfrm>
            <a:off x="9321405" y="4142996"/>
            <a:ext cx="2762636" cy="2715004"/>
          </a:xfrm>
          <a:prstGeom prst="rect">
            <a:avLst/>
          </a:prstGeom>
        </p:spPr>
      </p:pic>
      <p:sp>
        <p:nvSpPr>
          <p:cNvPr id="6" name="TextBox 5">
            <a:extLst>
              <a:ext uri="{FF2B5EF4-FFF2-40B4-BE49-F238E27FC236}">
                <a16:creationId xmlns:a16="http://schemas.microsoft.com/office/drawing/2014/main" id="{BDBA82DA-ADB2-2F06-ACD3-52CD4AA30B3C}"/>
              </a:ext>
            </a:extLst>
          </p:cNvPr>
          <p:cNvSpPr txBox="1"/>
          <p:nvPr/>
        </p:nvSpPr>
        <p:spPr>
          <a:xfrm>
            <a:off x="332015" y="1275485"/>
            <a:ext cx="11118208" cy="3785652"/>
          </a:xfrm>
          <a:prstGeom prst="rect">
            <a:avLst/>
          </a:prstGeom>
          <a:noFill/>
        </p:spPr>
        <p:txBody>
          <a:bodyPr wrap="square" rtlCol="0">
            <a:spAutoFit/>
          </a:bodyPr>
          <a:lstStyle/>
          <a:p>
            <a:pPr marL="285750" lvl="0" indent="-285750">
              <a:buFont typeface="Wingdings" panose="05000000000000000000" pitchFamily="2" charset="2"/>
              <a:buChar char="q"/>
            </a:pPr>
            <a:r>
              <a:rPr lang="en-IN" sz="2000" dirty="0"/>
              <a:t>Growing concerns about climate change and increasing carbon emissions motivated the development of an efficient carbon management system.</a:t>
            </a:r>
          </a:p>
          <a:p>
            <a:pPr lvl="0"/>
            <a:endParaRPr lang="en-IN" sz="2000" dirty="0"/>
          </a:p>
          <a:p>
            <a:pPr marL="285750" lvl="0" indent="-285750">
              <a:buFont typeface="Wingdings" panose="05000000000000000000" pitchFamily="2" charset="2"/>
              <a:buChar char="q"/>
            </a:pPr>
            <a:r>
              <a:rPr lang="en-IN" sz="2000" dirty="0"/>
              <a:t>Increasing global carbon emissions and climate change issues inspired the need for better carbon management. </a:t>
            </a:r>
          </a:p>
          <a:p>
            <a:pPr lvl="0"/>
            <a:endParaRPr lang="en-IN" sz="2000" dirty="0"/>
          </a:p>
          <a:p>
            <a:pPr marL="285750" lvl="0" indent="-285750">
              <a:buFont typeface="Wingdings" panose="05000000000000000000" pitchFamily="2" charset="2"/>
              <a:buChar char="q"/>
            </a:pPr>
            <a:r>
              <a:rPr lang="en-IN" sz="2000" dirty="0"/>
              <a:t>Lack of transparency and trust in existing carbon credit systems motivated the use of blockchain technology.</a:t>
            </a:r>
          </a:p>
          <a:p>
            <a:pPr lvl="0"/>
            <a:r>
              <a:rPr lang="en-IN" sz="2000" dirty="0"/>
              <a:t> </a:t>
            </a:r>
          </a:p>
          <a:p>
            <a:pPr marL="285750" lvl="0" indent="-285750">
              <a:buFont typeface="Wingdings" panose="05000000000000000000" pitchFamily="2" charset="2"/>
              <a:buChar char="q"/>
            </a:pPr>
            <a:r>
              <a:rPr lang="en-IN" sz="2000" dirty="0"/>
              <a:t>The project aims to provide a secure and efficient platform for carbon credit tracking and trading.</a:t>
            </a:r>
          </a:p>
          <a:p>
            <a:pPr lvl="1"/>
            <a:endParaRPr lang="en-IN" sz="2000" dirty="0"/>
          </a:p>
        </p:txBody>
      </p:sp>
    </p:spTree>
    <p:extLst>
      <p:ext uri="{BB962C8B-B14F-4D97-AF65-F5344CB8AC3E}">
        <p14:creationId xmlns:p14="http://schemas.microsoft.com/office/powerpoint/2010/main" val="24061938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92483ABF-74D4-F77D-20A6-8D59AC29853B}"/>
              </a:ext>
            </a:extLst>
          </p:cNvPr>
          <p:cNvSpPr/>
          <p:nvPr/>
        </p:nvSpPr>
        <p:spPr>
          <a:xfrm>
            <a:off x="3456226" y="261747"/>
            <a:ext cx="4560426" cy="625032"/>
          </a:xfrm>
          <a:prstGeom prst="roundRect">
            <a:avLst/>
          </a:prstGeom>
          <a:solidFill>
            <a:schemeClr val="bg2">
              <a:lumMod val="75000"/>
            </a:schemeClr>
          </a:solidFill>
          <a:ln>
            <a:solidFill>
              <a:schemeClr val="accent6">
                <a:lumMod val="40000"/>
                <a:lumOff val="60000"/>
              </a:schemeClr>
            </a:solidFill>
          </a:ln>
          <a:effectLst>
            <a:glow rad="101600">
              <a:schemeClr val="accent1">
                <a:satMod val="175000"/>
                <a:alpha val="40000"/>
              </a:schemeClr>
            </a:glow>
            <a:reflection blurRad="6350" stA="50000" endA="275" endPos="40000" dist="101600" dir="5400000" sy="-100000" algn="bl" rotWithShape="0"/>
          </a:effectLst>
          <a:scene3d>
            <a:camera prst="orthographicFront"/>
            <a:lightRig rig="threePt" dir="t"/>
          </a:scene3d>
          <a:sp3d>
            <a:bevelT prst="angle"/>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ln w="0"/>
                <a:solidFill>
                  <a:schemeClr val="tx1"/>
                </a:solidFill>
                <a:effectLst>
                  <a:outerShdw blurRad="38100" dist="19050" dir="2700000" algn="tl" rotWithShape="0">
                    <a:schemeClr val="dk1">
                      <a:alpha val="40000"/>
                    </a:schemeClr>
                  </a:outerShdw>
                </a:effectLst>
              </a:rPr>
              <a:t>Problem statement</a:t>
            </a:r>
            <a:endParaRPr lang="en-IN" sz="2000" b="1" dirty="0">
              <a:ln w="0"/>
              <a:solidFill>
                <a:schemeClr val="tx1"/>
              </a:solidFill>
              <a:effectLst>
                <a:outerShdw blurRad="38100" dist="19050" dir="2700000" algn="tl" rotWithShape="0">
                  <a:schemeClr val="dk1">
                    <a:alpha val="40000"/>
                  </a:schemeClr>
                </a:outerShdw>
              </a:effectLst>
            </a:endParaRPr>
          </a:p>
        </p:txBody>
      </p:sp>
      <p:sp>
        <p:nvSpPr>
          <p:cNvPr id="5" name="TextBox 4">
            <a:extLst>
              <a:ext uri="{FF2B5EF4-FFF2-40B4-BE49-F238E27FC236}">
                <a16:creationId xmlns:a16="http://schemas.microsoft.com/office/drawing/2014/main" id="{8A1E5827-2466-B015-35BE-1F53529695F1}"/>
              </a:ext>
            </a:extLst>
          </p:cNvPr>
          <p:cNvSpPr txBox="1"/>
          <p:nvPr/>
        </p:nvSpPr>
        <p:spPr>
          <a:xfrm>
            <a:off x="266217" y="1843950"/>
            <a:ext cx="8681014" cy="2246769"/>
          </a:xfrm>
          <a:prstGeom prst="rect">
            <a:avLst/>
          </a:prstGeom>
          <a:noFill/>
        </p:spPr>
        <p:txBody>
          <a:bodyPr wrap="square">
            <a:spAutoFit/>
          </a:bodyPr>
          <a:lstStyle/>
          <a:p>
            <a:pPr marL="342900" lvl="0" indent="-342900">
              <a:buFont typeface="Wingdings" panose="05000000000000000000" pitchFamily="2" charset="2"/>
              <a:buChar char="q"/>
            </a:pPr>
            <a:r>
              <a:rPr lang="en-IN" sz="2000" dirty="0"/>
              <a:t>Existing carbon credit systems lack transparency and secure tracking. </a:t>
            </a:r>
          </a:p>
          <a:p>
            <a:pPr lvl="0"/>
            <a:endParaRPr lang="en-IN" sz="2000" dirty="0"/>
          </a:p>
          <a:p>
            <a:pPr marL="342900" lvl="0" indent="-342900">
              <a:buFont typeface="Wingdings" panose="05000000000000000000" pitchFamily="2" charset="2"/>
              <a:buChar char="q"/>
            </a:pPr>
            <a:r>
              <a:rPr lang="en-IN" sz="2000" dirty="0"/>
              <a:t>Manual verification can lead to inaccurate reporting. </a:t>
            </a:r>
          </a:p>
          <a:p>
            <a:pPr lvl="0"/>
            <a:endParaRPr lang="en-IN" sz="2000" dirty="0"/>
          </a:p>
          <a:p>
            <a:pPr marL="342900" lvl="0" indent="-342900">
              <a:buFont typeface="Wingdings" panose="05000000000000000000" pitchFamily="2" charset="2"/>
              <a:buChar char="q"/>
            </a:pPr>
            <a:r>
              <a:rPr lang="en-IN" sz="2000" dirty="0"/>
              <a:t>Organizations face difficulty managing carbon credits and transactions. </a:t>
            </a:r>
          </a:p>
          <a:p>
            <a:pPr lvl="0"/>
            <a:endParaRPr lang="en-IN" sz="2000" dirty="0"/>
          </a:p>
          <a:p>
            <a:pPr marL="342900" lvl="0" indent="-342900">
              <a:buFont typeface="Wingdings" panose="05000000000000000000" pitchFamily="2" charset="2"/>
              <a:buChar char="q"/>
            </a:pPr>
            <a:r>
              <a:rPr lang="en-IN" sz="2000" dirty="0"/>
              <a:t>Lack of proper monitoring of carbon usage and c</a:t>
            </a:r>
            <a:r>
              <a:rPr lang="en-IN" sz="2000" dirty="0" smtClean="0"/>
              <a:t>arbon credit</a:t>
            </a:r>
            <a:endParaRPr lang="en-IN" sz="2000" dirty="0"/>
          </a:p>
        </p:txBody>
      </p:sp>
      <p:pic>
        <p:nvPicPr>
          <p:cNvPr id="10" name="Picture 9">
            <a:extLst>
              <a:ext uri="{FF2B5EF4-FFF2-40B4-BE49-F238E27FC236}">
                <a16:creationId xmlns:a16="http://schemas.microsoft.com/office/drawing/2014/main" id="{9FF4C603-5444-2C9C-E535-06F5337C6576}"/>
              </a:ext>
            </a:extLst>
          </p:cNvPr>
          <p:cNvPicPr>
            <a:picLocks noChangeAspect="1"/>
          </p:cNvPicPr>
          <p:nvPr/>
        </p:nvPicPr>
        <p:blipFill>
          <a:blip r:embed="rId2"/>
          <a:stretch>
            <a:fillRect/>
          </a:stretch>
        </p:blipFill>
        <p:spPr>
          <a:xfrm>
            <a:off x="9344555" y="4112875"/>
            <a:ext cx="2762636" cy="2715004"/>
          </a:xfrm>
          <a:prstGeom prst="rect">
            <a:avLst/>
          </a:prstGeom>
        </p:spPr>
      </p:pic>
    </p:spTree>
    <p:extLst>
      <p:ext uri="{BB962C8B-B14F-4D97-AF65-F5344CB8AC3E}">
        <p14:creationId xmlns:p14="http://schemas.microsoft.com/office/powerpoint/2010/main" val="13762178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F38AF9A-F64E-73FC-DAE6-DD2EAFDBDFC5}"/>
              </a:ext>
            </a:extLst>
          </p:cNvPr>
          <p:cNvPicPr>
            <a:picLocks noChangeAspect="1"/>
          </p:cNvPicPr>
          <p:nvPr/>
        </p:nvPicPr>
        <p:blipFill>
          <a:blip r:embed="rId2"/>
          <a:stretch>
            <a:fillRect/>
          </a:stretch>
        </p:blipFill>
        <p:spPr>
          <a:xfrm>
            <a:off x="9344555" y="4112875"/>
            <a:ext cx="2762636" cy="2715004"/>
          </a:xfrm>
          <a:prstGeom prst="rect">
            <a:avLst/>
          </a:prstGeom>
        </p:spPr>
      </p:pic>
      <p:sp>
        <p:nvSpPr>
          <p:cNvPr id="7" name="Rectangle: Rounded Corners 6">
            <a:extLst>
              <a:ext uri="{FF2B5EF4-FFF2-40B4-BE49-F238E27FC236}">
                <a16:creationId xmlns:a16="http://schemas.microsoft.com/office/drawing/2014/main" id="{11310102-C1F2-7BD4-CE08-56C62AF1DB51}"/>
              </a:ext>
            </a:extLst>
          </p:cNvPr>
          <p:cNvSpPr/>
          <p:nvPr/>
        </p:nvSpPr>
        <p:spPr>
          <a:xfrm>
            <a:off x="3549745" y="240965"/>
            <a:ext cx="4560426" cy="625032"/>
          </a:xfrm>
          <a:prstGeom prst="roundRect">
            <a:avLst/>
          </a:prstGeom>
          <a:solidFill>
            <a:schemeClr val="bg2">
              <a:lumMod val="75000"/>
            </a:schemeClr>
          </a:solidFill>
          <a:ln>
            <a:solidFill>
              <a:schemeClr val="accent6">
                <a:lumMod val="40000"/>
                <a:lumOff val="60000"/>
              </a:schemeClr>
            </a:solidFill>
          </a:ln>
          <a:effectLst>
            <a:glow rad="101600">
              <a:schemeClr val="accent1">
                <a:satMod val="175000"/>
                <a:alpha val="40000"/>
              </a:schemeClr>
            </a:glow>
            <a:reflection blurRad="6350" stA="50000" endA="275" endPos="40000" dist="101600" dir="5400000" sy="-100000" algn="bl" rotWithShape="0"/>
          </a:effectLst>
          <a:scene3d>
            <a:camera prst="orthographicFront"/>
            <a:lightRig rig="threePt" dir="t"/>
          </a:scene3d>
          <a:sp3d>
            <a:bevelT prst="angle"/>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000" b="1" dirty="0">
                <a:ln w="0"/>
                <a:solidFill>
                  <a:schemeClr val="tx1"/>
                </a:solidFill>
                <a:effectLst>
                  <a:outerShdw blurRad="38100" dist="19050" dir="2700000" algn="tl" rotWithShape="0">
                    <a:schemeClr val="dk1">
                      <a:alpha val="40000"/>
                    </a:schemeClr>
                  </a:outerShdw>
                </a:effectLst>
              </a:rPr>
              <a:t>Proposed Solution</a:t>
            </a:r>
          </a:p>
        </p:txBody>
      </p:sp>
      <p:sp>
        <p:nvSpPr>
          <p:cNvPr id="9" name="TextBox 8">
            <a:extLst>
              <a:ext uri="{FF2B5EF4-FFF2-40B4-BE49-F238E27FC236}">
                <a16:creationId xmlns:a16="http://schemas.microsoft.com/office/drawing/2014/main" id="{9C8C1BD0-7F80-4347-5990-F036CA0D0C76}"/>
              </a:ext>
            </a:extLst>
          </p:cNvPr>
          <p:cNvSpPr txBox="1"/>
          <p:nvPr/>
        </p:nvSpPr>
        <p:spPr>
          <a:xfrm>
            <a:off x="266217" y="1837893"/>
            <a:ext cx="8333773" cy="2862322"/>
          </a:xfrm>
          <a:prstGeom prst="rect">
            <a:avLst/>
          </a:prstGeom>
          <a:noFill/>
        </p:spPr>
        <p:txBody>
          <a:bodyPr wrap="square">
            <a:spAutoFit/>
          </a:bodyPr>
          <a:lstStyle/>
          <a:p>
            <a:pPr marL="342900" lvl="0" indent="-342900">
              <a:buFont typeface="Wingdings" panose="05000000000000000000" pitchFamily="2" charset="2"/>
              <a:buChar char="q"/>
            </a:pPr>
            <a:r>
              <a:rPr lang="en-IN" sz="2000" dirty="0"/>
              <a:t>Develop a centralized carbon credit management platform.</a:t>
            </a:r>
          </a:p>
          <a:p>
            <a:pPr lvl="0"/>
            <a:r>
              <a:rPr lang="en-IN" sz="2000" dirty="0"/>
              <a:t> </a:t>
            </a:r>
          </a:p>
          <a:p>
            <a:pPr marL="342900" lvl="0" indent="-342900">
              <a:buFont typeface="Wingdings" panose="05000000000000000000" pitchFamily="2" charset="2"/>
              <a:buChar char="q"/>
            </a:pPr>
            <a:r>
              <a:rPr lang="en-IN" sz="2000" dirty="0"/>
              <a:t>Provide secure storage and tracking of carbon credit data. </a:t>
            </a:r>
          </a:p>
          <a:p>
            <a:pPr lvl="0"/>
            <a:endParaRPr lang="en-IN" sz="2000" dirty="0"/>
          </a:p>
          <a:p>
            <a:pPr marL="342900" lvl="0" indent="-342900">
              <a:buFont typeface="Wingdings" panose="05000000000000000000" pitchFamily="2" charset="2"/>
              <a:buChar char="q"/>
            </a:pPr>
            <a:r>
              <a:rPr lang="en-IN" sz="2000" dirty="0"/>
              <a:t>Implement verifier-based project approval. </a:t>
            </a:r>
          </a:p>
          <a:p>
            <a:pPr lvl="0"/>
            <a:endParaRPr lang="en-IN" sz="2000" dirty="0"/>
          </a:p>
          <a:p>
            <a:pPr marL="342900" lvl="0" indent="-342900">
              <a:buFont typeface="Wingdings" panose="05000000000000000000" pitchFamily="2" charset="2"/>
              <a:buChar char="q"/>
            </a:pPr>
            <a:r>
              <a:rPr lang="en-IN" sz="2000" dirty="0"/>
              <a:t>Enable organizations to trade carbon credits. </a:t>
            </a:r>
          </a:p>
          <a:p>
            <a:pPr lvl="0"/>
            <a:endParaRPr lang="en-IN" sz="2000" dirty="0"/>
          </a:p>
          <a:p>
            <a:pPr marL="342900" lvl="0" indent="-342900">
              <a:buFont typeface="Wingdings" panose="05000000000000000000" pitchFamily="2" charset="2"/>
              <a:buChar char="q"/>
            </a:pPr>
            <a:r>
              <a:rPr lang="en-IN" sz="2000" dirty="0"/>
              <a:t>Automatically monitor carbon balance and project eligibility.</a:t>
            </a:r>
          </a:p>
        </p:txBody>
      </p:sp>
    </p:spTree>
    <p:extLst>
      <p:ext uri="{BB962C8B-B14F-4D97-AF65-F5344CB8AC3E}">
        <p14:creationId xmlns:p14="http://schemas.microsoft.com/office/powerpoint/2010/main" val="6528105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6FB3490-AC50-2ADB-DE7D-F1A85A4A053D}"/>
              </a:ext>
            </a:extLst>
          </p:cNvPr>
          <p:cNvPicPr>
            <a:picLocks noChangeAspect="1"/>
          </p:cNvPicPr>
          <p:nvPr/>
        </p:nvPicPr>
        <p:blipFill>
          <a:blip r:embed="rId2"/>
          <a:stretch>
            <a:fillRect/>
          </a:stretch>
        </p:blipFill>
        <p:spPr>
          <a:xfrm>
            <a:off x="9344555" y="4112875"/>
            <a:ext cx="2762636" cy="2715004"/>
          </a:xfrm>
          <a:prstGeom prst="rect">
            <a:avLst/>
          </a:prstGeom>
        </p:spPr>
      </p:pic>
      <p:sp>
        <p:nvSpPr>
          <p:cNvPr id="5" name="Rectangle: Rounded Corners 4">
            <a:extLst>
              <a:ext uri="{FF2B5EF4-FFF2-40B4-BE49-F238E27FC236}">
                <a16:creationId xmlns:a16="http://schemas.microsoft.com/office/drawing/2014/main" id="{38B77594-0477-B7C9-8810-90B3B9FAD835}"/>
              </a:ext>
            </a:extLst>
          </p:cNvPr>
          <p:cNvSpPr/>
          <p:nvPr/>
        </p:nvSpPr>
        <p:spPr>
          <a:xfrm>
            <a:off x="3340742" y="226023"/>
            <a:ext cx="4560426" cy="625032"/>
          </a:xfrm>
          <a:prstGeom prst="roundRect">
            <a:avLst/>
          </a:prstGeom>
          <a:solidFill>
            <a:schemeClr val="bg2">
              <a:lumMod val="75000"/>
            </a:schemeClr>
          </a:solidFill>
          <a:ln>
            <a:solidFill>
              <a:schemeClr val="accent6">
                <a:lumMod val="40000"/>
                <a:lumOff val="60000"/>
              </a:schemeClr>
            </a:solidFill>
          </a:ln>
          <a:effectLst>
            <a:glow rad="101600">
              <a:schemeClr val="accent1">
                <a:satMod val="175000"/>
                <a:alpha val="40000"/>
              </a:schemeClr>
            </a:glow>
            <a:reflection blurRad="6350" stA="50000" endA="275" endPos="40000" dist="101600" dir="5400000" sy="-100000" algn="bl" rotWithShape="0"/>
          </a:effectLst>
          <a:scene3d>
            <a:camera prst="orthographicFront"/>
            <a:lightRig rig="threePt" dir="t"/>
          </a:scene3d>
          <a:sp3d>
            <a:bevelT prst="angle"/>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ln w="0"/>
                <a:solidFill>
                  <a:schemeClr val="tx1"/>
                </a:solidFill>
                <a:effectLst>
                  <a:outerShdw blurRad="38100" dist="19050" dir="2700000" algn="tl" rotWithShape="0">
                    <a:schemeClr val="dk1">
                      <a:alpha val="40000"/>
                    </a:schemeClr>
                  </a:outerShdw>
                </a:effectLst>
              </a:rPr>
              <a:t>Objectives  </a:t>
            </a:r>
            <a:endParaRPr lang="en-IN" sz="2000" b="1" dirty="0">
              <a:ln w="0"/>
              <a:solidFill>
                <a:schemeClr val="tx1"/>
              </a:solidFill>
              <a:effectLst>
                <a:outerShdw blurRad="38100" dist="19050" dir="2700000" algn="tl" rotWithShape="0">
                  <a:schemeClr val="dk1">
                    <a:alpha val="40000"/>
                  </a:schemeClr>
                </a:outerShdw>
              </a:effectLst>
            </a:endParaRPr>
          </a:p>
        </p:txBody>
      </p:sp>
      <p:sp>
        <p:nvSpPr>
          <p:cNvPr id="6" name="TextBox 5">
            <a:extLst>
              <a:ext uri="{FF2B5EF4-FFF2-40B4-BE49-F238E27FC236}">
                <a16:creationId xmlns:a16="http://schemas.microsoft.com/office/drawing/2014/main" id="{5DC1B3BE-F765-73DF-746B-EB6C54312B74}"/>
              </a:ext>
            </a:extLst>
          </p:cNvPr>
          <p:cNvSpPr txBox="1"/>
          <p:nvPr/>
        </p:nvSpPr>
        <p:spPr>
          <a:xfrm>
            <a:off x="254642" y="1331088"/>
            <a:ext cx="9873206" cy="5016758"/>
          </a:xfrm>
          <a:prstGeom prst="rect">
            <a:avLst/>
          </a:prstGeom>
          <a:noFill/>
        </p:spPr>
        <p:txBody>
          <a:bodyPr wrap="square" rtlCol="0">
            <a:spAutoFit/>
          </a:bodyPr>
          <a:lstStyle/>
          <a:p>
            <a:pPr marL="342900" lvl="0" indent="-342900">
              <a:buFont typeface="Wingdings" panose="05000000000000000000" pitchFamily="2" charset="2"/>
              <a:buChar char="q"/>
            </a:pPr>
            <a:r>
              <a:rPr lang="en-IN" sz="2000" dirty="0"/>
              <a:t>To develop a secure platform for managing carbon reduction projects and carbon credits. </a:t>
            </a:r>
          </a:p>
          <a:p>
            <a:pPr lvl="0"/>
            <a:endParaRPr lang="en-IN" sz="2000" dirty="0"/>
          </a:p>
          <a:p>
            <a:pPr marL="342900" lvl="0" indent="-342900">
              <a:buFont typeface="Wingdings" panose="05000000000000000000" pitchFamily="2" charset="2"/>
              <a:buChar char="q"/>
            </a:pPr>
            <a:r>
              <a:rPr lang="en-IN" sz="2000" dirty="0"/>
              <a:t>To provide transparent tracking of carbon credit generation, usage, and transactions. </a:t>
            </a:r>
          </a:p>
          <a:p>
            <a:pPr lvl="0"/>
            <a:endParaRPr lang="en-IN" sz="2000" dirty="0"/>
          </a:p>
          <a:p>
            <a:pPr marL="342900" lvl="0" indent="-342900">
              <a:buFont typeface="Wingdings" panose="05000000000000000000" pitchFamily="2" charset="2"/>
              <a:buChar char="q"/>
            </a:pPr>
            <a:r>
              <a:rPr lang="en-IN" sz="2000" dirty="0"/>
              <a:t>To implement a verifier-based approval system for accurate project validation.</a:t>
            </a:r>
          </a:p>
          <a:p>
            <a:pPr lvl="0"/>
            <a:r>
              <a:rPr lang="en-IN" sz="2000" dirty="0"/>
              <a:t> </a:t>
            </a:r>
          </a:p>
          <a:p>
            <a:pPr marL="342900" lvl="0" indent="-342900">
              <a:buFont typeface="Wingdings" panose="05000000000000000000" pitchFamily="2" charset="2"/>
              <a:buChar char="q"/>
            </a:pPr>
            <a:r>
              <a:rPr lang="en-IN" sz="2000" dirty="0"/>
              <a:t>To enable organizations to buy, sell, and manage carbon credits efficiently. </a:t>
            </a:r>
          </a:p>
          <a:p>
            <a:pPr lvl="0"/>
            <a:endParaRPr lang="en-IN" sz="2000" dirty="0"/>
          </a:p>
          <a:p>
            <a:pPr marL="342900" lvl="0" indent="-342900">
              <a:buFont typeface="Wingdings" panose="05000000000000000000" pitchFamily="2" charset="2"/>
              <a:buChar char="q"/>
            </a:pPr>
            <a:r>
              <a:rPr lang="en-IN" sz="2000" dirty="0"/>
              <a:t>To monitor carbon balance by comparing registered credits with reported carbon usage. </a:t>
            </a:r>
          </a:p>
          <a:p>
            <a:pPr marL="342900" lvl="0" indent="-342900">
              <a:buFont typeface="Wingdings" panose="05000000000000000000" pitchFamily="2" charset="2"/>
              <a:buChar char="q"/>
            </a:pPr>
            <a:endParaRPr lang="en-IN" sz="2000" dirty="0"/>
          </a:p>
          <a:p>
            <a:pPr marL="342900" lvl="0" indent="-342900">
              <a:buFont typeface="Wingdings" panose="05000000000000000000" pitchFamily="2" charset="2"/>
              <a:buChar char="q"/>
            </a:pPr>
            <a:r>
              <a:rPr lang="en-IN" sz="2000" dirty="0"/>
              <a:t>To improve trust, accountability, and transparency in carbon credit management using blockchain technology.</a:t>
            </a:r>
          </a:p>
          <a:p>
            <a:pPr marL="342900" indent="-342900">
              <a:buFont typeface="Wingdings" panose="05000000000000000000" pitchFamily="2" charset="2"/>
              <a:buChar char="q"/>
            </a:pPr>
            <a:endParaRPr lang="en-IN" sz="2000" dirty="0"/>
          </a:p>
        </p:txBody>
      </p:sp>
    </p:spTree>
    <p:extLst>
      <p:ext uri="{BB962C8B-B14F-4D97-AF65-F5344CB8AC3E}">
        <p14:creationId xmlns:p14="http://schemas.microsoft.com/office/powerpoint/2010/main" val="41772704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4819457-C93C-18F7-26F3-6109EB9FC2C5}"/>
              </a:ext>
            </a:extLst>
          </p:cNvPr>
          <p:cNvPicPr>
            <a:picLocks noChangeAspect="1"/>
          </p:cNvPicPr>
          <p:nvPr/>
        </p:nvPicPr>
        <p:blipFill>
          <a:blip r:embed="rId2"/>
          <a:stretch>
            <a:fillRect/>
          </a:stretch>
        </p:blipFill>
        <p:spPr>
          <a:xfrm>
            <a:off x="9344555" y="4112875"/>
            <a:ext cx="2762636" cy="2715004"/>
          </a:xfrm>
          <a:prstGeom prst="rect">
            <a:avLst/>
          </a:prstGeom>
        </p:spPr>
      </p:pic>
      <p:sp>
        <p:nvSpPr>
          <p:cNvPr id="7" name="Rectangle: Rounded Corners 6">
            <a:extLst>
              <a:ext uri="{FF2B5EF4-FFF2-40B4-BE49-F238E27FC236}">
                <a16:creationId xmlns:a16="http://schemas.microsoft.com/office/drawing/2014/main" id="{FC6BFD08-FD4A-BF53-AF4F-107FF321A6DD}"/>
              </a:ext>
            </a:extLst>
          </p:cNvPr>
          <p:cNvSpPr/>
          <p:nvPr/>
        </p:nvSpPr>
        <p:spPr>
          <a:xfrm>
            <a:off x="3538169" y="288009"/>
            <a:ext cx="4560426" cy="625032"/>
          </a:xfrm>
          <a:prstGeom prst="roundRect">
            <a:avLst/>
          </a:prstGeom>
          <a:solidFill>
            <a:schemeClr val="bg2">
              <a:lumMod val="75000"/>
            </a:schemeClr>
          </a:solidFill>
          <a:ln>
            <a:solidFill>
              <a:schemeClr val="accent6">
                <a:lumMod val="40000"/>
                <a:lumOff val="60000"/>
              </a:schemeClr>
            </a:solidFill>
          </a:ln>
          <a:effectLst>
            <a:glow rad="101600">
              <a:schemeClr val="accent1">
                <a:satMod val="175000"/>
                <a:alpha val="40000"/>
              </a:schemeClr>
            </a:glow>
            <a:reflection blurRad="6350" stA="50000" endA="275" endPos="40000" dist="101600" dir="5400000" sy="-100000" algn="bl" rotWithShape="0"/>
          </a:effectLst>
          <a:scene3d>
            <a:camera prst="orthographicFront"/>
            <a:lightRig rig="threePt" dir="t"/>
          </a:scene3d>
          <a:sp3d>
            <a:bevelT prst="angle"/>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ln w="0"/>
                <a:solidFill>
                  <a:schemeClr val="tx1"/>
                </a:solidFill>
                <a:effectLst>
                  <a:outerShdw blurRad="38100" dist="19050" dir="2700000" algn="tl" rotWithShape="0">
                    <a:schemeClr val="dk1">
                      <a:alpha val="40000"/>
                    </a:schemeClr>
                  </a:outerShdw>
                </a:effectLst>
              </a:rPr>
              <a:t>Limitations Of Existing Systems  </a:t>
            </a:r>
            <a:endParaRPr lang="en-IN" sz="2000" b="1" dirty="0">
              <a:ln w="0"/>
              <a:solidFill>
                <a:schemeClr val="tx1"/>
              </a:solidFill>
              <a:effectLst>
                <a:outerShdw blurRad="38100" dist="19050" dir="2700000" algn="tl" rotWithShape="0">
                  <a:schemeClr val="dk1">
                    <a:alpha val="40000"/>
                  </a:schemeClr>
                </a:outerShdw>
              </a:effectLst>
            </a:endParaRPr>
          </a:p>
        </p:txBody>
      </p:sp>
      <p:sp>
        <p:nvSpPr>
          <p:cNvPr id="8" name="TextBox 7">
            <a:extLst>
              <a:ext uri="{FF2B5EF4-FFF2-40B4-BE49-F238E27FC236}">
                <a16:creationId xmlns:a16="http://schemas.microsoft.com/office/drawing/2014/main" id="{D4F34C4A-D23A-E04D-413A-CF25A863E53A}"/>
              </a:ext>
            </a:extLst>
          </p:cNvPr>
          <p:cNvSpPr txBox="1"/>
          <p:nvPr/>
        </p:nvSpPr>
        <p:spPr>
          <a:xfrm>
            <a:off x="403586" y="1107954"/>
            <a:ext cx="8861063" cy="5016758"/>
          </a:xfrm>
          <a:prstGeom prst="rect">
            <a:avLst/>
          </a:prstGeom>
          <a:noFill/>
        </p:spPr>
        <p:txBody>
          <a:bodyPr wrap="square" rtlCol="0">
            <a:spAutoFit/>
          </a:bodyPr>
          <a:lstStyle/>
          <a:p>
            <a:pPr marL="342900" lvl="0" indent="-342900">
              <a:buFont typeface="Wingdings" panose="05000000000000000000" pitchFamily="2" charset="2"/>
              <a:buChar char="q"/>
            </a:pPr>
            <a:r>
              <a:rPr lang="en-IN" sz="2000" dirty="0"/>
              <a:t>Lack of transparency in existing carbon credit management systems. </a:t>
            </a:r>
          </a:p>
          <a:p>
            <a:pPr lvl="0"/>
            <a:endParaRPr lang="en-IN" sz="2000" dirty="0"/>
          </a:p>
          <a:p>
            <a:pPr marL="342900" lvl="0" indent="-342900">
              <a:buFont typeface="Wingdings" panose="05000000000000000000" pitchFamily="2" charset="2"/>
              <a:buChar char="q"/>
            </a:pPr>
            <a:r>
              <a:rPr lang="en-IN" sz="2000" dirty="0"/>
              <a:t>Difficulty in accurately tracking carbon credit generation, usage, and ownership. </a:t>
            </a:r>
          </a:p>
          <a:p>
            <a:pPr lvl="0"/>
            <a:endParaRPr lang="en-IN" sz="2000" dirty="0"/>
          </a:p>
          <a:p>
            <a:pPr marL="342900" lvl="0" indent="-342900">
              <a:buFont typeface="Wingdings" panose="05000000000000000000" pitchFamily="2" charset="2"/>
              <a:buChar char="q"/>
            </a:pPr>
            <a:r>
              <a:rPr lang="en-IN" sz="2000" dirty="0"/>
              <a:t>Manual verification processes can lead to delays and inaccurate reporting.</a:t>
            </a:r>
          </a:p>
          <a:p>
            <a:pPr lvl="0"/>
            <a:endParaRPr lang="en-IN" sz="2000" dirty="0"/>
          </a:p>
          <a:p>
            <a:pPr marL="342900" lvl="0" indent="-342900">
              <a:buFont typeface="Wingdings" panose="05000000000000000000" pitchFamily="2" charset="2"/>
              <a:buChar char="q"/>
            </a:pPr>
            <a:r>
              <a:rPr lang="en-IN" sz="2000" dirty="0" smtClean="0"/>
              <a:t>Limited security </a:t>
            </a:r>
            <a:r>
              <a:rPr lang="en-IN" sz="2000" dirty="0"/>
              <a:t>and risk of data manipulation in centralized systems.</a:t>
            </a:r>
          </a:p>
          <a:p>
            <a:pPr lvl="0"/>
            <a:r>
              <a:rPr lang="en-IN" sz="2000" dirty="0"/>
              <a:t> </a:t>
            </a:r>
          </a:p>
          <a:p>
            <a:pPr marL="342900" lvl="0" indent="-342900">
              <a:buFont typeface="Wingdings" panose="05000000000000000000" pitchFamily="2" charset="2"/>
              <a:buChar char="q"/>
            </a:pPr>
            <a:r>
              <a:rPr lang="en-IN" sz="2000" dirty="0"/>
              <a:t>Lack of efficient mechanisms for carbon credit trading between organizations.</a:t>
            </a:r>
          </a:p>
          <a:p>
            <a:pPr lvl="0"/>
            <a:r>
              <a:rPr lang="en-IN" sz="2000" dirty="0"/>
              <a:t> </a:t>
            </a:r>
          </a:p>
          <a:p>
            <a:pPr marL="342900" lvl="0" indent="-342900">
              <a:buFont typeface="Wingdings" panose="05000000000000000000" pitchFamily="2" charset="2"/>
              <a:buChar char="q"/>
            </a:pPr>
            <a:r>
              <a:rPr lang="en-IN" sz="2000" dirty="0"/>
              <a:t>Difficulty in monitoring an organization's carbon balance and project eligibility. </a:t>
            </a:r>
          </a:p>
          <a:p>
            <a:pPr marL="342900" indent="-342900">
              <a:buFont typeface="Wingdings" panose="05000000000000000000" pitchFamily="2" charset="2"/>
              <a:buChar char="q"/>
            </a:pPr>
            <a:endParaRPr lang="en-IN" sz="2000" dirty="0"/>
          </a:p>
        </p:txBody>
      </p:sp>
    </p:spTree>
    <p:extLst>
      <p:ext uri="{BB962C8B-B14F-4D97-AF65-F5344CB8AC3E}">
        <p14:creationId xmlns:p14="http://schemas.microsoft.com/office/powerpoint/2010/main" val="41798499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DF82586-14FF-E933-1BCA-5EFC981CD863}"/>
              </a:ext>
            </a:extLst>
          </p:cNvPr>
          <p:cNvPicPr>
            <a:picLocks noChangeAspect="1"/>
          </p:cNvPicPr>
          <p:nvPr/>
        </p:nvPicPr>
        <p:blipFill>
          <a:blip r:embed="rId2"/>
          <a:stretch>
            <a:fillRect/>
          </a:stretch>
        </p:blipFill>
        <p:spPr>
          <a:xfrm>
            <a:off x="9344555" y="4112875"/>
            <a:ext cx="2762636" cy="2715004"/>
          </a:xfrm>
          <a:prstGeom prst="rect">
            <a:avLst/>
          </a:prstGeom>
        </p:spPr>
      </p:pic>
      <p:sp>
        <p:nvSpPr>
          <p:cNvPr id="5" name="Rectangle: Rounded Corners 4">
            <a:extLst>
              <a:ext uri="{FF2B5EF4-FFF2-40B4-BE49-F238E27FC236}">
                <a16:creationId xmlns:a16="http://schemas.microsoft.com/office/drawing/2014/main" id="{F28032C1-A9ED-14B0-1BA5-A1C20174898F}"/>
              </a:ext>
            </a:extLst>
          </p:cNvPr>
          <p:cNvSpPr/>
          <p:nvPr/>
        </p:nvSpPr>
        <p:spPr>
          <a:xfrm>
            <a:off x="3622875" y="232007"/>
            <a:ext cx="4560426" cy="625032"/>
          </a:xfrm>
          <a:prstGeom prst="roundRect">
            <a:avLst/>
          </a:prstGeom>
          <a:solidFill>
            <a:schemeClr val="bg2">
              <a:lumMod val="75000"/>
            </a:schemeClr>
          </a:solidFill>
          <a:ln>
            <a:solidFill>
              <a:schemeClr val="accent6">
                <a:lumMod val="40000"/>
                <a:lumOff val="60000"/>
              </a:schemeClr>
            </a:solidFill>
          </a:ln>
          <a:effectLst>
            <a:glow rad="101600">
              <a:schemeClr val="accent1">
                <a:satMod val="175000"/>
                <a:alpha val="40000"/>
              </a:schemeClr>
            </a:glow>
            <a:reflection blurRad="6350" stA="50000" endA="275" endPos="40000" dist="101600" dir="5400000" sy="-100000" algn="bl" rotWithShape="0"/>
          </a:effectLst>
          <a:scene3d>
            <a:camera prst="orthographicFront"/>
            <a:lightRig rig="threePt" dir="t"/>
          </a:scene3d>
          <a:sp3d>
            <a:bevelT prst="angle"/>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000" b="1" dirty="0">
                <a:ln w="0"/>
                <a:solidFill>
                  <a:schemeClr val="tx1"/>
                </a:solidFill>
                <a:effectLst>
                  <a:outerShdw blurRad="38100" dist="19050" dir="2700000" algn="tl" rotWithShape="0">
                    <a:schemeClr val="dk1">
                      <a:alpha val="40000"/>
                    </a:schemeClr>
                  </a:outerShdw>
                </a:effectLst>
              </a:rPr>
              <a:t>Proposed System Features</a:t>
            </a:r>
          </a:p>
        </p:txBody>
      </p:sp>
      <p:sp>
        <p:nvSpPr>
          <p:cNvPr id="6" name="TextBox 5">
            <a:extLst>
              <a:ext uri="{FF2B5EF4-FFF2-40B4-BE49-F238E27FC236}">
                <a16:creationId xmlns:a16="http://schemas.microsoft.com/office/drawing/2014/main" id="{CCEEEA4B-E7AD-DF31-8A80-9A19EB33B9DE}"/>
              </a:ext>
            </a:extLst>
          </p:cNvPr>
          <p:cNvSpPr txBox="1"/>
          <p:nvPr/>
        </p:nvSpPr>
        <p:spPr>
          <a:xfrm>
            <a:off x="825987" y="1633412"/>
            <a:ext cx="6585996" cy="4401205"/>
          </a:xfrm>
          <a:prstGeom prst="rect">
            <a:avLst/>
          </a:prstGeom>
          <a:noFill/>
        </p:spPr>
        <p:txBody>
          <a:bodyPr wrap="square" rtlCol="0">
            <a:spAutoFit/>
          </a:bodyPr>
          <a:lstStyle/>
          <a:p>
            <a:pPr marL="342900" lvl="0" indent="-342900">
              <a:buFont typeface="Wingdings" panose="05000000000000000000" pitchFamily="2" charset="2"/>
              <a:buChar char="q"/>
            </a:pPr>
            <a:r>
              <a:rPr lang="en-IN" sz="2000" dirty="0"/>
              <a:t>Organization-based carbon management.</a:t>
            </a:r>
          </a:p>
          <a:p>
            <a:pPr lvl="0"/>
            <a:r>
              <a:rPr lang="en-IN" sz="2000" dirty="0"/>
              <a:t> </a:t>
            </a:r>
          </a:p>
          <a:p>
            <a:pPr marL="342900" lvl="0" indent="-342900">
              <a:buFont typeface="Wingdings" panose="05000000000000000000" pitchFamily="2" charset="2"/>
              <a:buChar char="q"/>
            </a:pPr>
            <a:r>
              <a:rPr lang="en-IN" sz="2000" dirty="0"/>
              <a:t>Project registration and approval. </a:t>
            </a:r>
          </a:p>
          <a:p>
            <a:pPr lvl="0"/>
            <a:endParaRPr lang="en-IN" sz="2000" dirty="0"/>
          </a:p>
          <a:p>
            <a:pPr marL="342900" lvl="0" indent="-342900">
              <a:buFont typeface="Wingdings" panose="05000000000000000000" pitchFamily="2" charset="2"/>
              <a:buChar char="q"/>
            </a:pPr>
            <a:r>
              <a:rPr lang="en-IN" sz="2000" dirty="0"/>
              <a:t>Carbon credit generation tracking. </a:t>
            </a:r>
          </a:p>
          <a:p>
            <a:pPr lvl="0"/>
            <a:endParaRPr lang="en-IN" sz="2000" dirty="0"/>
          </a:p>
          <a:p>
            <a:pPr marL="342900" lvl="0" indent="-342900">
              <a:buFont typeface="Wingdings" panose="05000000000000000000" pitchFamily="2" charset="2"/>
              <a:buChar char="q"/>
            </a:pPr>
            <a:r>
              <a:rPr lang="en-IN" sz="2000" dirty="0"/>
              <a:t>Credit usage monitoring.</a:t>
            </a:r>
          </a:p>
          <a:p>
            <a:pPr lvl="0"/>
            <a:r>
              <a:rPr lang="en-IN" sz="2000" dirty="0"/>
              <a:t> </a:t>
            </a:r>
          </a:p>
          <a:p>
            <a:pPr marL="342900" lvl="0" indent="-342900">
              <a:buFont typeface="Wingdings" panose="05000000000000000000" pitchFamily="2" charset="2"/>
              <a:buChar char="q"/>
            </a:pPr>
            <a:r>
              <a:rPr lang="en-IN" sz="2000" dirty="0"/>
              <a:t>Carbon credit buying and selling. </a:t>
            </a:r>
          </a:p>
          <a:p>
            <a:pPr lvl="0"/>
            <a:endParaRPr lang="en-IN" sz="2000" dirty="0"/>
          </a:p>
          <a:p>
            <a:pPr marL="342900" lvl="0" indent="-342900">
              <a:buFont typeface="Wingdings" panose="05000000000000000000" pitchFamily="2" charset="2"/>
              <a:buChar char="q"/>
            </a:pPr>
            <a:r>
              <a:rPr lang="en-IN" sz="2000" dirty="0"/>
              <a:t>Verification workflow. </a:t>
            </a:r>
          </a:p>
          <a:p>
            <a:pPr lvl="0"/>
            <a:endParaRPr lang="en-IN" sz="2000" dirty="0"/>
          </a:p>
          <a:p>
            <a:pPr marL="342900" lvl="0" indent="-342900">
              <a:buFont typeface="Wingdings" panose="05000000000000000000" pitchFamily="2" charset="2"/>
              <a:buChar char="q"/>
            </a:pPr>
            <a:r>
              <a:rPr lang="en-IN" sz="2000" dirty="0"/>
              <a:t>Transaction history management.</a:t>
            </a:r>
          </a:p>
          <a:p>
            <a:pPr marL="342900" indent="-342900">
              <a:buFont typeface="Wingdings" panose="05000000000000000000" pitchFamily="2" charset="2"/>
              <a:buChar char="q"/>
            </a:pPr>
            <a:endParaRPr lang="en-IN" sz="2000" dirty="0"/>
          </a:p>
        </p:txBody>
      </p:sp>
    </p:spTree>
    <p:extLst>
      <p:ext uri="{BB962C8B-B14F-4D97-AF65-F5344CB8AC3E}">
        <p14:creationId xmlns:p14="http://schemas.microsoft.com/office/powerpoint/2010/main" val="435069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Rounded Corners 4">
            <a:extLst>
              <a:ext uri="{FF2B5EF4-FFF2-40B4-BE49-F238E27FC236}">
                <a16:creationId xmlns:a16="http://schemas.microsoft.com/office/drawing/2014/main" id="{6B7C85C9-1449-CF8A-48E0-BAA48EE44968}"/>
              </a:ext>
            </a:extLst>
          </p:cNvPr>
          <p:cNvSpPr/>
          <p:nvPr/>
        </p:nvSpPr>
        <p:spPr>
          <a:xfrm>
            <a:off x="4043422" y="166388"/>
            <a:ext cx="4560426" cy="625032"/>
          </a:xfrm>
          <a:prstGeom prst="roundRect">
            <a:avLst/>
          </a:prstGeom>
          <a:solidFill>
            <a:schemeClr val="bg2">
              <a:lumMod val="75000"/>
            </a:schemeClr>
          </a:solidFill>
          <a:ln>
            <a:solidFill>
              <a:schemeClr val="accent6">
                <a:lumMod val="40000"/>
                <a:lumOff val="60000"/>
              </a:schemeClr>
            </a:solidFill>
          </a:ln>
          <a:effectLst>
            <a:glow rad="101600">
              <a:schemeClr val="accent1">
                <a:satMod val="175000"/>
                <a:alpha val="40000"/>
              </a:schemeClr>
            </a:glow>
            <a:reflection blurRad="6350" stA="50000" endA="275" endPos="40000" dist="101600" dir="5400000" sy="-100000" algn="bl" rotWithShape="0"/>
          </a:effectLst>
          <a:scene3d>
            <a:camera prst="orthographicFront"/>
            <a:lightRig rig="threePt" dir="t"/>
          </a:scene3d>
          <a:sp3d>
            <a:bevelT prst="angle"/>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ln w="0"/>
                <a:solidFill>
                  <a:schemeClr val="tx1"/>
                </a:solidFill>
                <a:effectLst>
                  <a:outerShdw blurRad="38100" dist="19050" dir="2700000" algn="tl" rotWithShape="0">
                    <a:schemeClr val="dk1">
                      <a:alpha val="40000"/>
                    </a:schemeClr>
                  </a:outerShdw>
                </a:effectLst>
              </a:rPr>
              <a:t>System Architecture</a:t>
            </a:r>
            <a:endParaRPr lang="en-IN" sz="2000" b="1" dirty="0">
              <a:ln w="0"/>
              <a:solidFill>
                <a:schemeClr val="tx1"/>
              </a:solidFill>
              <a:effectLst>
                <a:outerShdw blurRad="38100" dist="19050" dir="2700000" algn="tl" rotWithShape="0">
                  <a:schemeClr val="dk1">
                    <a:alpha val="40000"/>
                  </a:schemeClr>
                </a:outerShdw>
              </a:effectLst>
            </a:endParaRPr>
          </a:p>
        </p:txBody>
      </p:sp>
      <p:sp>
        <p:nvSpPr>
          <p:cNvPr id="7" name="Rectangle: Rounded Corners 6">
            <a:extLst>
              <a:ext uri="{FF2B5EF4-FFF2-40B4-BE49-F238E27FC236}">
                <a16:creationId xmlns:a16="http://schemas.microsoft.com/office/drawing/2014/main" id="{5AC3C1D1-9B69-EF73-44E4-83091B4BB88D}"/>
              </a:ext>
            </a:extLst>
          </p:cNvPr>
          <p:cNvSpPr/>
          <p:nvPr/>
        </p:nvSpPr>
        <p:spPr>
          <a:xfrm>
            <a:off x="636607" y="1458411"/>
            <a:ext cx="2199190" cy="914400"/>
          </a:xfrm>
          <a:prstGeom prst="roundRect">
            <a:avLst/>
          </a:prstGeom>
          <a:solidFill>
            <a:schemeClr val="accent6">
              <a:lumMod val="60000"/>
              <a:lumOff val="40000"/>
            </a:schemeClr>
          </a:solidFill>
          <a:scene3d>
            <a:camera prst="orthographicFront"/>
            <a:lightRig rig="threePt" dir="t"/>
          </a:scene3d>
          <a:sp3d>
            <a:bevelT prst="angle"/>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b="1" dirty="0">
                <a:ln w="0"/>
                <a:solidFill>
                  <a:schemeClr val="tx1"/>
                </a:solidFill>
                <a:effectLst>
                  <a:outerShdw blurRad="38100" dist="19050" dir="2700000" algn="tl" rotWithShape="0">
                    <a:schemeClr val="dk1">
                      <a:alpha val="40000"/>
                    </a:schemeClr>
                  </a:outerShdw>
                </a:effectLst>
              </a:rPr>
              <a:t>User registration &amp; login</a:t>
            </a:r>
          </a:p>
        </p:txBody>
      </p:sp>
      <p:sp>
        <p:nvSpPr>
          <p:cNvPr id="9" name="Rectangle: Rounded Corners 8">
            <a:extLst>
              <a:ext uri="{FF2B5EF4-FFF2-40B4-BE49-F238E27FC236}">
                <a16:creationId xmlns:a16="http://schemas.microsoft.com/office/drawing/2014/main" id="{28D8B213-F06A-6C89-4AD5-9FFF5220D1A5}"/>
              </a:ext>
            </a:extLst>
          </p:cNvPr>
          <p:cNvSpPr/>
          <p:nvPr/>
        </p:nvSpPr>
        <p:spPr>
          <a:xfrm>
            <a:off x="3480121" y="1458411"/>
            <a:ext cx="2199190" cy="914400"/>
          </a:xfrm>
          <a:prstGeom prst="roundRect">
            <a:avLst/>
          </a:prstGeom>
          <a:solidFill>
            <a:schemeClr val="accent1">
              <a:lumMod val="75000"/>
            </a:schemeClr>
          </a:solidFill>
          <a:scene3d>
            <a:camera prst="orthographicFront"/>
            <a:lightRig rig="threePt" dir="t"/>
          </a:scene3d>
          <a:sp3d>
            <a:bevelT prst="angle"/>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b="1" dirty="0">
                <a:ln w="0"/>
                <a:solidFill>
                  <a:schemeClr val="tx1"/>
                </a:solidFill>
                <a:effectLst>
                  <a:outerShdw blurRad="38100" dist="19050" dir="2700000" algn="tl" rotWithShape="0">
                    <a:schemeClr val="dk1">
                      <a:alpha val="40000"/>
                    </a:schemeClr>
                  </a:outerShdw>
                </a:effectLst>
              </a:rPr>
              <a:t>Create carbon project</a:t>
            </a:r>
          </a:p>
        </p:txBody>
      </p:sp>
      <p:sp>
        <p:nvSpPr>
          <p:cNvPr id="11" name="Rectangle: Rounded Corners 10">
            <a:extLst>
              <a:ext uri="{FF2B5EF4-FFF2-40B4-BE49-F238E27FC236}">
                <a16:creationId xmlns:a16="http://schemas.microsoft.com/office/drawing/2014/main" id="{038A7D69-1D23-6F96-71F7-847CC3459795}"/>
              </a:ext>
            </a:extLst>
          </p:cNvPr>
          <p:cNvSpPr/>
          <p:nvPr/>
        </p:nvSpPr>
        <p:spPr>
          <a:xfrm>
            <a:off x="9167149" y="1458411"/>
            <a:ext cx="2199190" cy="914400"/>
          </a:xfrm>
          <a:prstGeom prst="roundRect">
            <a:avLst/>
          </a:prstGeom>
          <a:solidFill>
            <a:srgbClr val="669900"/>
          </a:solidFill>
          <a:scene3d>
            <a:camera prst="orthographicFront"/>
            <a:lightRig rig="threePt" dir="t"/>
          </a:scene3d>
          <a:sp3d>
            <a:bevelT prst="angle"/>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b="1" dirty="0">
                <a:ln w="0"/>
                <a:solidFill>
                  <a:schemeClr val="tx1"/>
                </a:solidFill>
                <a:effectLst>
                  <a:outerShdw blurRad="38100" dist="19050" dir="2700000" algn="tl" rotWithShape="0">
                    <a:schemeClr val="dk1">
                      <a:alpha val="40000"/>
                    </a:schemeClr>
                  </a:outerShdw>
                </a:effectLst>
              </a:rPr>
              <a:t>Project completion</a:t>
            </a:r>
          </a:p>
        </p:txBody>
      </p:sp>
      <p:sp>
        <p:nvSpPr>
          <p:cNvPr id="13" name="Rectangle: Rounded Corners 12">
            <a:extLst>
              <a:ext uri="{FF2B5EF4-FFF2-40B4-BE49-F238E27FC236}">
                <a16:creationId xmlns:a16="http://schemas.microsoft.com/office/drawing/2014/main" id="{F1843C5F-28AE-7683-B84E-E2D4F78A672E}"/>
              </a:ext>
            </a:extLst>
          </p:cNvPr>
          <p:cNvSpPr/>
          <p:nvPr/>
        </p:nvSpPr>
        <p:spPr>
          <a:xfrm>
            <a:off x="6323635" y="1458411"/>
            <a:ext cx="2199190" cy="914400"/>
          </a:xfrm>
          <a:prstGeom prst="roundRect">
            <a:avLst/>
          </a:prstGeom>
          <a:solidFill>
            <a:srgbClr val="C7A1C4"/>
          </a:solidFill>
          <a:scene3d>
            <a:camera prst="orthographicFront"/>
            <a:lightRig rig="threePt" dir="t"/>
          </a:scene3d>
          <a:sp3d>
            <a:bevelT prst="angle"/>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b="1" dirty="0">
                <a:ln w="0"/>
                <a:solidFill>
                  <a:schemeClr val="tx1"/>
                </a:solidFill>
                <a:effectLst>
                  <a:outerShdw blurRad="38100" dist="19050" dir="2700000" algn="tl" rotWithShape="0">
                    <a:schemeClr val="dk1">
                      <a:alpha val="40000"/>
                    </a:schemeClr>
                  </a:outerShdw>
                </a:effectLst>
              </a:rPr>
              <a:t>Verifier review &amp; approval</a:t>
            </a:r>
          </a:p>
        </p:txBody>
      </p:sp>
      <p:sp>
        <p:nvSpPr>
          <p:cNvPr id="15" name="Rectangle: Rounded Corners 14">
            <a:extLst>
              <a:ext uri="{FF2B5EF4-FFF2-40B4-BE49-F238E27FC236}">
                <a16:creationId xmlns:a16="http://schemas.microsoft.com/office/drawing/2014/main" id="{27DB7622-5D37-DAF2-D670-5AB92FB42944}"/>
              </a:ext>
            </a:extLst>
          </p:cNvPr>
          <p:cNvSpPr/>
          <p:nvPr/>
        </p:nvSpPr>
        <p:spPr>
          <a:xfrm>
            <a:off x="636607" y="3429000"/>
            <a:ext cx="2199190" cy="914400"/>
          </a:xfrm>
          <a:prstGeom prst="roundRect">
            <a:avLst/>
          </a:prstGeom>
          <a:solidFill>
            <a:schemeClr val="tx2">
              <a:lumMod val="25000"/>
              <a:lumOff val="75000"/>
            </a:schemeClr>
          </a:solidFill>
          <a:scene3d>
            <a:camera prst="orthographicFront"/>
            <a:lightRig rig="threePt" dir="t"/>
          </a:scene3d>
          <a:sp3d>
            <a:bevelT prst="angle"/>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b="1" dirty="0">
                <a:solidFill>
                  <a:schemeClr val="tx1"/>
                </a:solidFill>
              </a:rPr>
              <a:t>MySQL storage layer</a:t>
            </a:r>
            <a:endParaRPr lang="en-IN" b="1" dirty="0">
              <a:ln w="0"/>
              <a:solidFill>
                <a:schemeClr val="tx1"/>
              </a:solidFill>
              <a:effectLst>
                <a:outerShdw blurRad="38100" dist="19050" dir="2700000" algn="tl" rotWithShape="0">
                  <a:schemeClr val="dk1">
                    <a:alpha val="40000"/>
                  </a:schemeClr>
                </a:outerShdw>
              </a:effectLst>
            </a:endParaRPr>
          </a:p>
        </p:txBody>
      </p:sp>
      <p:sp>
        <p:nvSpPr>
          <p:cNvPr id="17" name="Rectangle: Rounded Corners 16">
            <a:extLst>
              <a:ext uri="{FF2B5EF4-FFF2-40B4-BE49-F238E27FC236}">
                <a16:creationId xmlns:a16="http://schemas.microsoft.com/office/drawing/2014/main" id="{CF62EA55-AD28-65E4-6CEB-5186E92D6139}"/>
              </a:ext>
            </a:extLst>
          </p:cNvPr>
          <p:cNvSpPr/>
          <p:nvPr/>
        </p:nvSpPr>
        <p:spPr>
          <a:xfrm>
            <a:off x="3480121" y="3429000"/>
            <a:ext cx="2199190" cy="914400"/>
          </a:xfrm>
          <a:prstGeom prst="roundRect">
            <a:avLst/>
          </a:prstGeom>
          <a:solidFill>
            <a:srgbClr val="66FFCC"/>
          </a:solidFill>
          <a:scene3d>
            <a:camera prst="orthographicFront"/>
            <a:lightRig rig="threePt" dir="t"/>
          </a:scene3d>
          <a:sp3d>
            <a:bevelT prst="angle"/>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b="1" dirty="0">
                <a:ln w="0"/>
                <a:solidFill>
                  <a:schemeClr val="tx1"/>
                </a:solidFill>
                <a:effectLst>
                  <a:outerShdw blurRad="38100" dist="19050" dir="2700000" algn="tl" rotWithShape="0">
                    <a:schemeClr val="dk1">
                      <a:alpha val="40000"/>
                    </a:schemeClr>
                  </a:outerShdw>
                </a:effectLst>
              </a:rPr>
              <a:t>Credit trading complete</a:t>
            </a:r>
          </a:p>
        </p:txBody>
      </p:sp>
      <p:sp>
        <p:nvSpPr>
          <p:cNvPr id="19" name="Rectangle: Rounded Corners 18">
            <a:extLst>
              <a:ext uri="{FF2B5EF4-FFF2-40B4-BE49-F238E27FC236}">
                <a16:creationId xmlns:a16="http://schemas.microsoft.com/office/drawing/2014/main" id="{672FB6D8-8CD7-7E82-C471-1D46CB9FCB87}"/>
              </a:ext>
            </a:extLst>
          </p:cNvPr>
          <p:cNvSpPr/>
          <p:nvPr/>
        </p:nvSpPr>
        <p:spPr>
          <a:xfrm>
            <a:off x="9167149" y="3429000"/>
            <a:ext cx="2199190" cy="914400"/>
          </a:xfrm>
          <a:prstGeom prst="roundRect">
            <a:avLst/>
          </a:prstGeom>
          <a:solidFill>
            <a:srgbClr val="666699"/>
          </a:solidFill>
          <a:scene3d>
            <a:camera prst="orthographicFront"/>
            <a:lightRig rig="threePt" dir="t"/>
          </a:scene3d>
          <a:sp3d>
            <a:bevelT prst="angle"/>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b="1" dirty="0">
                <a:ln w="0"/>
                <a:solidFill>
                  <a:schemeClr val="tx1"/>
                </a:solidFill>
                <a:effectLst>
                  <a:outerShdw blurRad="38100" dist="19050" dir="2700000" algn="tl" rotWithShape="0">
                    <a:schemeClr val="dk1">
                      <a:alpha val="40000"/>
                    </a:schemeClr>
                  </a:outerShdw>
                </a:effectLst>
              </a:rPr>
              <a:t>Calculate credit balance</a:t>
            </a:r>
          </a:p>
        </p:txBody>
      </p:sp>
      <p:sp>
        <p:nvSpPr>
          <p:cNvPr id="20" name="Oval 19">
            <a:extLst>
              <a:ext uri="{FF2B5EF4-FFF2-40B4-BE49-F238E27FC236}">
                <a16:creationId xmlns:a16="http://schemas.microsoft.com/office/drawing/2014/main" id="{5F138BC4-0489-FEC1-900D-DD38C15DFA6B}"/>
              </a:ext>
            </a:extLst>
          </p:cNvPr>
          <p:cNvSpPr/>
          <p:nvPr/>
        </p:nvSpPr>
        <p:spPr>
          <a:xfrm>
            <a:off x="6002436" y="2720050"/>
            <a:ext cx="2685327" cy="914400"/>
          </a:xfrm>
          <a:prstGeom prst="ellipse">
            <a:avLst/>
          </a:prstGeom>
          <a:solidFill>
            <a:schemeClr val="accent2">
              <a:lumMod val="60000"/>
              <a:lumOff val="40000"/>
            </a:schemeClr>
          </a:solidFill>
          <a:scene3d>
            <a:camera prst="orthographicFront"/>
            <a:lightRig rig="threePt" dir="t"/>
          </a:scene3d>
          <a:sp3d>
            <a:bevelT prst="angle"/>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b="1" dirty="0">
                <a:ln w="0"/>
                <a:solidFill>
                  <a:schemeClr val="tx1"/>
                </a:solidFill>
                <a:effectLst>
                  <a:outerShdw blurRad="38100" dist="19050" dir="2700000" algn="tl" rotWithShape="0">
                    <a:schemeClr val="dk1">
                      <a:alpha val="40000"/>
                    </a:schemeClr>
                  </a:outerShdw>
                </a:effectLst>
              </a:rPr>
              <a:t>List credits for sale</a:t>
            </a:r>
          </a:p>
        </p:txBody>
      </p:sp>
      <p:sp>
        <p:nvSpPr>
          <p:cNvPr id="22" name="Oval 21">
            <a:extLst>
              <a:ext uri="{FF2B5EF4-FFF2-40B4-BE49-F238E27FC236}">
                <a16:creationId xmlns:a16="http://schemas.microsoft.com/office/drawing/2014/main" id="{435974D4-CD0B-13E7-B023-558244E8A1C6}"/>
              </a:ext>
            </a:extLst>
          </p:cNvPr>
          <p:cNvSpPr/>
          <p:nvPr/>
        </p:nvSpPr>
        <p:spPr>
          <a:xfrm>
            <a:off x="6036196" y="4070879"/>
            <a:ext cx="2685327" cy="914400"/>
          </a:xfrm>
          <a:prstGeom prst="ellipse">
            <a:avLst/>
          </a:prstGeom>
          <a:solidFill>
            <a:schemeClr val="accent2">
              <a:lumMod val="60000"/>
              <a:lumOff val="40000"/>
            </a:schemeClr>
          </a:solidFill>
          <a:scene3d>
            <a:camera prst="orthographicFront"/>
            <a:lightRig rig="threePt" dir="t"/>
          </a:scene3d>
          <a:sp3d>
            <a:bevelT prst="angle"/>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b="1" dirty="0">
                <a:ln w="0"/>
                <a:solidFill>
                  <a:schemeClr val="tx1"/>
                </a:solidFill>
                <a:effectLst>
                  <a:outerShdw blurRad="38100" dist="19050" dir="2700000" algn="tl" rotWithShape="0">
                    <a:schemeClr val="dk1">
                      <a:alpha val="40000"/>
                    </a:schemeClr>
                  </a:outerShdw>
                </a:effectLst>
              </a:rPr>
              <a:t>Purchase credits needed</a:t>
            </a:r>
          </a:p>
        </p:txBody>
      </p:sp>
      <p:sp>
        <p:nvSpPr>
          <p:cNvPr id="23" name="Rectangle: Rounded Corners 22">
            <a:extLst>
              <a:ext uri="{FF2B5EF4-FFF2-40B4-BE49-F238E27FC236}">
                <a16:creationId xmlns:a16="http://schemas.microsoft.com/office/drawing/2014/main" id="{6E960703-03E7-869F-6369-2C28AB86676C}"/>
              </a:ext>
            </a:extLst>
          </p:cNvPr>
          <p:cNvSpPr/>
          <p:nvPr/>
        </p:nvSpPr>
        <p:spPr>
          <a:xfrm>
            <a:off x="4088756" y="5563080"/>
            <a:ext cx="4014487" cy="914400"/>
          </a:xfrm>
          <a:prstGeom prst="roundRect">
            <a:avLst/>
          </a:prstGeom>
          <a:solidFill>
            <a:schemeClr val="accent6">
              <a:lumMod val="20000"/>
              <a:lumOff val="80000"/>
            </a:schemeClr>
          </a:solidFill>
          <a:scene3d>
            <a:camera prst="orthographicFront"/>
            <a:lightRig rig="threePt" dir="t"/>
          </a:scene3d>
          <a:sp3d>
            <a:bevelT prst="angle"/>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b="1" dirty="0">
                <a:ln w="0"/>
                <a:solidFill>
                  <a:schemeClr val="tx1"/>
                </a:solidFill>
                <a:effectLst>
                  <a:outerShdw blurRad="38100" dist="19050" dir="2700000" algn="tl" rotWithShape="0">
                    <a:schemeClr val="dk1">
                      <a:alpha val="40000"/>
                    </a:schemeClr>
                  </a:outerShdw>
                </a:effectLst>
              </a:rPr>
              <a:t>Dashboard &amp; reports</a:t>
            </a:r>
          </a:p>
          <a:p>
            <a:pPr algn="ctr"/>
            <a:r>
              <a:rPr lang="en-IN" dirty="0">
                <a:ln w="0"/>
                <a:solidFill>
                  <a:schemeClr val="tx1"/>
                </a:solidFill>
                <a:effectLst>
                  <a:outerShdw blurRad="38100" dist="19050" dir="2700000" algn="tl" rotWithShape="0">
                    <a:schemeClr val="dk1">
                      <a:alpha val="40000"/>
                    </a:schemeClr>
                  </a:outerShdw>
                </a:effectLst>
              </a:rPr>
              <a:t>Visual summary of all activities</a:t>
            </a:r>
          </a:p>
        </p:txBody>
      </p:sp>
      <p:sp>
        <p:nvSpPr>
          <p:cNvPr id="24" name="Rectangle 23">
            <a:extLst>
              <a:ext uri="{FF2B5EF4-FFF2-40B4-BE49-F238E27FC236}">
                <a16:creationId xmlns:a16="http://schemas.microsoft.com/office/drawing/2014/main" id="{214023DE-6938-1A9D-8C8B-35CF66B3452A}"/>
              </a:ext>
            </a:extLst>
          </p:cNvPr>
          <p:cNvSpPr/>
          <p:nvPr/>
        </p:nvSpPr>
        <p:spPr>
          <a:xfrm>
            <a:off x="405113" y="995422"/>
            <a:ext cx="11262167" cy="5696189"/>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5" name="Arrow: Right 24">
            <a:extLst>
              <a:ext uri="{FF2B5EF4-FFF2-40B4-BE49-F238E27FC236}">
                <a16:creationId xmlns:a16="http://schemas.microsoft.com/office/drawing/2014/main" id="{89A00ACE-2C2F-0ECC-BB30-976AF053785A}"/>
              </a:ext>
            </a:extLst>
          </p:cNvPr>
          <p:cNvSpPr/>
          <p:nvPr/>
        </p:nvSpPr>
        <p:spPr>
          <a:xfrm>
            <a:off x="2941527" y="1761505"/>
            <a:ext cx="489204" cy="30821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7" name="Arrow: Right 26">
            <a:extLst>
              <a:ext uri="{FF2B5EF4-FFF2-40B4-BE49-F238E27FC236}">
                <a16:creationId xmlns:a16="http://schemas.microsoft.com/office/drawing/2014/main" id="{278ED88E-7B41-3666-A7CA-C0582EC47ABC}"/>
              </a:ext>
            </a:extLst>
          </p:cNvPr>
          <p:cNvSpPr/>
          <p:nvPr/>
        </p:nvSpPr>
        <p:spPr>
          <a:xfrm>
            <a:off x="5757834" y="1666061"/>
            <a:ext cx="489204" cy="48463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9" name="Arrow: Right 28">
            <a:extLst>
              <a:ext uri="{FF2B5EF4-FFF2-40B4-BE49-F238E27FC236}">
                <a16:creationId xmlns:a16="http://schemas.microsoft.com/office/drawing/2014/main" id="{9E22A47B-6603-A99D-4DA2-25F4DD3BB611}"/>
              </a:ext>
            </a:extLst>
          </p:cNvPr>
          <p:cNvSpPr/>
          <p:nvPr/>
        </p:nvSpPr>
        <p:spPr>
          <a:xfrm>
            <a:off x="8621606" y="1666061"/>
            <a:ext cx="489204" cy="48463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1" name="Arrow: Right 30">
            <a:extLst>
              <a:ext uri="{FF2B5EF4-FFF2-40B4-BE49-F238E27FC236}">
                <a16:creationId xmlns:a16="http://schemas.microsoft.com/office/drawing/2014/main" id="{3AF9B50A-3214-1E3C-8D02-17F87388B004}"/>
              </a:ext>
            </a:extLst>
          </p:cNvPr>
          <p:cNvSpPr/>
          <p:nvPr/>
        </p:nvSpPr>
        <p:spPr>
          <a:xfrm rot="10800000">
            <a:off x="2912393" y="3601200"/>
            <a:ext cx="489204" cy="48463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3" name="Arrow: Right 32">
            <a:extLst>
              <a:ext uri="{FF2B5EF4-FFF2-40B4-BE49-F238E27FC236}">
                <a16:creationId xmlns:a16="http://schemas.microsoft.com/office/drawing/2014/main" id="{3C77870A-9E3F-1837-AF55-28706474EC41}"/>
              </a:ext>
            </a:extLst>
          </p:cNvPr>
          <p:cNvSpPr/>
          <p:nvPr/>
        </p:nvSpPr>
        <p:spPr>
          <a:xfrm rot="12178273">
            <a:off x="8558009" y="3314444"/>
            <a:ext cx="489204" cy="48463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9" name="Arrow: Right 38">
            <a:extLst>
              <a:ext uri="{FF2B5EF4-FFF2-40B4-BE49-F238E27FC236}">
                <a16:creationId xmlns:a16="http://schemas.microsoft.com/office/drawing/2014/main" id="{942D38F0-5AEC-2ABA-27E0-57B89F32ADE3}"/>
              </a:ext>
            </a:extLst>
          </p:cNvPr>
          <p:cNvSpPr/>
          <p:nvPr/>
        </p:nvSpPr>
        <p:spPr>
          <a:xfrm rot="8149092">
            <a:off x="8635108" y="3941518"/>
            <a:ext cx="489204" cy="48463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1" name="Arrow: Right 40">
            <a:extLst>
              <a:ext uri="{FF2B5EF4-FFF2-40B4-BE49-F238E27FC236}">
                <a16:creationId xmlns:a16="http://schemas.microsoft.com/office/drawing/2014/main" id="{4D20B1E8-D33D-937B-AEB6-C595C99E20C9}"/>
              </a:ext>
            </a:extLst>
          </p:cNvPr>
          <p:cNvSpPr/>
          <p:nvPr/>
        </p:nvSpPr>
        <p:spPr>
          <a:xfrm rot="12178273">
            <a:off x="5695258" y="3855122"/>
            <a:ext cx="489204" cy="48463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3" name="Arrow: Right 42">
            <a:extLst>
              <a:ext uri="{FF2B5EF4-FFF2-40B4-BE49-F238E27FC236}">
                <a16:creationId xmlns:a16="http://schemas.microsoft.com/office/drawing/2014/main" id="{74BC80E8-0476-051B-52FD-710EBA667080}"/>
              </a:ext>
            </a:extLst>
          </p:cNvPr>
          <p:cNvSpPr/>
          <p:nvPr/>
        </p:nvSpPr>
        <p:spPr>
          <a:xfrm rot="8149092">
            <a:off x="5673991" y="3316798"/>
            <a:ext cx="489204" cy="48463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Arrow: Right 1">
            <a:extLst>
              <a:ext uri="{FF2B5EF4-FFF2-40B4-BE49-F238E27FC236}">
                <a16:creationId xmlns:a16="http://schemas.microsoft.com/office/drawing/2014/main" id="{57580D9E-0E17-56F5-A4FC-7F4AEC290CF5}"/>
              </a:ext>
            </a:extLst>
          </p:cNvPr>
          <p:cNvSpPr/>
          <p:nvPr/>
        </p:nvSpPr>
        <p:spPr>
          <a:xfrm>
            <a:off x="1975829" y="5793907"/>
            <a:ext cx="1962326" cy="48463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Arrow: Down 2">
            <a:extLst>
              <a:ext uri="{FF2B5EF4-FFF2-40B4-BE49-F238E27FC236}">
                <a16:creationId xmlns:a16="http://schemas.microsoft.com/office/drawing/2014/main" id="{9BC910E5-E61F-4759-50BF-15645DBFB21C}"/>
              </a:ext>
            </a:extLst>
          </p:cNvPr>
          <p:cNvSpPr/>
          <p:nvPr/>
        </p:nvSpPr>
        <p:spPr>
          <a:xfrm>
            <a:off x="1491197" y="4416000"/>
            <a:ext cx="484632" cy="1745809"/>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Arrow: Down 5">
            <a:extLst>
              <a:ext uri="{FF2B5EF4-FFF2-40B4-BE49-F238E27FC236}">
                <a16:creationId xmlns:a16="http://schemas.microsoft.com/office/drawing/2014/main" id="{E8067B8A-AFEE-6A40-EE4A-4DAFB492A3C0}"/>
              </a:ext>
            </a:extLst>
          </p:cNvPr>
          <p:cNvSpPr/>
          <p:nvPr/>
        </p:nvSpPr>
        <p:spPr>
          <a:xfrm>
            <a:off x="10024428" y="2428605"/>
            <a:ext cx="484632" cy="944601"/>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3012814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4E482C21-FA1F-2659-4B30-7A9CF908879B}"/>
              </a:ext>
            </a:extLst>
          </p:cNvPr>
          <p:cNvSpPr/>
          <p:nvPr/>
        </p:nvSpPr>
        <p:spPr>
          <a:xfrm>
            <a:off x="3695611" y="229215"/>
            <a:ext cx="4560426" cy="625032"/>
          </a:xfrm>
          <a:prstGeom prst="roundRect">
            <a:avLst/>
          </a:prstGeom>
          <a:solidFill>
            <a:schemeClr val="bg2">
              <a:lumMod val="75000"/>
            </a:schemeClr>
          </a:solidFill>
          <a:ln>
            <a:solidFill>
              <a:schemeClr val="accent6">
                <a:lumMod val="40000"/>
                <a:lumOff val="60000"/>
              </a:schemeClr>
            </a:solidFill>
          </a:ln>
          <a:effectLst>
            <a:glow rad="101600">
              <a:schemeClr val="accent1">
                <a:satMod val="175000"/>
                <a:alpha val="40000"/>
              </a:schemeClr>
            </a:glow>
            <a:reflection blurRad="6350" stA="50000" endA="275" endPos="40000" dist="101600" dir="5400000" sy="-100000" algn="bl" rotWithShape="0"/>
          </a:effectLst>
          <a:scene3d>
            <a:camera prst="orthographicFront"/>
            <a:lightRig rig="threePt" dir="t"/>
          </a:scene3d>
          <a:sp3d>
            <a:bevelT prst="angle"/>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000" b="1" dirty="0">
                <a:ln w="0"/>
                <a:solidFill>
                  <a:schemeClr val="tx1"/>
                </a:solidFill>
                <a:effectLst>
                  <a:outerShdw blurRad="38100" dist="19050" dir="2700000" algn="tl" rotWithShape="0">
                    <a:schemeClr val="dk1">
                      <a:alpha val="40000"/>
                    </a:schemeClr>
                  </a:outerShdw>
                </a:effectLst>
              </a:rPr>
              <a:t>ER Diagram</a:t>
            </a:r>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4336" y="974558"/>
            <a:ext cx="11205976" cy="5883442"/>
          </a:xfrm>
          <a:prstGeom prst="rect">
            <a:avLst/>
          </a:prstGeom>
        </p:spPr>
      </p:pic>
    </p:spTree>
    <p:extLst>
      <p:ext uri="{BB962C8B-B14F-4D97-AF65-F5344CB8AC3E}">
        <p14:creationId xmlns:p14="http://schemas.microsoft.com/office/powerpoint/2010/main" val="17883204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43CB438E-600C-BEB9-67CE-04120655B1F0}"/>
              </a:ext>
            </a:extLst>
          </p:cNvPr>
          <p:cNvSpPr/>
          <p:nvPr/>
        </p:nvSpPr>
        <p:spPr>
          <a:xfrm>
            <a:off x="3221137" y="177260"/>
            <a:ext cx="5749725" cy="625032"/>
          </a:xfrm>
          <a:prstGeom prst="roundRect">
            <a:avLst/>
          </a:prstGeom>
          <a:solidFill>
            <a:schemeClr val="bg2">
              <a:lumMod val="75000"/>
            </a:schemeClr>
          </a:solidFill>
          <a:ln>
            <a:solidFill>
              <a:schemeClr val="accent6">
                <a:lumMod val="40000"/>
                <a:lumOff val="60000"/>
              </a:schemeClr>
            </a:solidFill>
          </a:ln>
          <a:effectLst>
            <a:glow rad="101600">
              <a:schemeClr val="accent1">
                <a:satMod val="175000"/>
                <a:alpha val="40000"/>
              </a:schemeClr>
            </a:glow>
            <a:reflection blurRad="6350" stA="50000" endA="275" endPos="40000" dist="101600" dir="5400000" sy="-100000" algn="bl" rotWithShape="0"/>
          </a:effectLst>
          <a:scene3d>
            <a:camera prst="orthographicFront"/>
            <a:lightRig rig="threePt" dir="t"/>
          </a:scene3d>
          <a:sp3d>
            <a:bevelT prst="angle"/>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000" b="1" dirty="0">
                <a:ln w="0"/>
                <a:solidFill>
                  <a:schemeClr val="tx1"/>
                </a:solidFill>
                <a:effectLst>
                  <a:outerShdw blurRad="38100" dist="19050" dir="2700000" algn="tl" rotWithShape="0">
                    <a:schemeClr val="dk1">
                      <a:alpha val="40000"/>
                    </a:schemeClr>
                  </a:outerShdw>
                </a:effectLst>
              </a:rPr>
              <a:t>Database Schema – Tables &amp; Relationships</a:t>
            </a:r>
          </a:p>
        </p:txBody>
      </p:sp>
      <p:sp>
        <p:nvSpPr>
          <p:cNvPr id="7" name="TextBox 6">
            <a:extLst>
              <a:ext uri="{FF2B5EF4-FFF2-40B4-BE49-F238E27FC236}">
                <a16:creationId xmlns:a16="http://schemas.microsoft.com/office/drawing/2014/main" id="{3684DF90-3956-C917-474C-D4EB263DAF0D}"/>
              </a:ext>
            </a:extLst>
          </p:cNvPr>
          <p:cNvSpPr txBox="1"/>
          <p:nvPr/>
        </p:nvSpPr>
        <p:spPr>
          <a:xfrm>
            <a:off x="1007916" y="1475509"/>
            <a:ext cx="8988137" cy="4401205"/>
          </a:xfrm>
          <a:prstGeom prst="rect">
            <a:avLst/>
          </a:prstGeom>
          <a:noFill/>
        </p:spPr>
        <p:txBody>
          <a:bodyPr wrap="square" rtlCol="0">
            <a:spAutoFit/>
          </a:bodyPr>
          <a:lstStyle/>
          <a:p>
            <a:pPr marL="285750" lvl="0" indent="-285750">
              <a:buFont typeface="Wingdings" panose="05000000000000000000" pitchFamily="2" charset="2"/>
              <a:buChar char="q"/>
            </a:pPr>
            <a:r>
              <a:rPr lang="en-IN" sz="2000" dirty="0"/>
              <a:t>Core Tables: Users, Companies, Projects, Project Verifications </a:t>
            </a:r>
          </a:p>
          <a:p>
            <a:pPr marL="285750" lvl="0" indent="-285750">
              <a:buFont typeface="Wingdings" panose="05000000000000000000" pitchFamily="2" charset="2"/>
              <a:buChar char="q"/>
            </a:pPr>
            <a:r>
              <a:rPr lang="en-IN" sz="2000" dirty="0"/>
              <a:t>Carbon Credit Tables: Carbon Credits, Marketplace, Transactions </a:t>
            </a:r>
          </a:p>
          <a:p>
            <a:pPr marL="285750" lvl="0" indent="-285750">
              <a:buFont typeface="Wingdings" panose="05000000000000000000" pitchFamily="2" charset="2"/>
              <a:buChar char="q"/>
            </a:pPr>
            <a:r>
              <a:rPr lang="en-IN" sz="2000" dirty="0"/>
              <a:t>Verification Tables: Project Verifications, Verification Notifications </a:t>
            </a:r>
          </a:p>
          <a:p>
            <a:pPr marL="285750" lvl="0" indent="-285750">
              <a:buFont typeface="Wingdings" panose="05000000000000000000" pitchFamily="2" charset="2"/>
              <a:buChar char="q"/>
            </a:pPr>
            <a:r>
              <a:rPr lang="en-IN" sz="2000" dirty="0"/>
              <a:t>Primary Keys (PK): Uniquely identify each record. </a:t>
            </a:r>
          </a:p>
          <a:p>
            <a:pPr marL="285750" lvl="0" indent="-285750">
              <a:buFont typeface="Wingdings" panose="05000000000000000000" pitchFamily="2" charset="2"/>
              <a:buChar char="q"/>
            </a:pPr>
            <a:r>
              <a:rPr lang="en-IN" sz="2000" dirty="0"/>
              <a:t>Foreign Keys (FK): Establish relationships between related tables.</a:t>
            </a:r>
          </a:p>
          <a:p>
            <a:pPr lvl="0"/>
            <a:r>
              <a:rPr lang="en-IN" sz="2000" dirty="0"/>
              <a:t> </a:t>
            </a:r>
          </a:p>
          <a:p>
            <a:pPr marL="285750" lvl="0" indent="-285750">
              <a:buFont typeface="Wingdings" panose="05000000000000000000" pitchFamily="2" charset="2"/>
              <a:buChar char="q"/>
            </a:pPr>
            <a:r>
              <a:rPr lang="en-IN" sz="2000" dirty="0"/>
              <a:t>Major relationships include: </a:t>
            </a:r>
          </a:p>
          <a:p>
            <a:pPr marL="742950" lvl="1" indent="-285750">
              <a:buFont typeface="Wingdings" panose="05000000000000000000" pitchFamily="2" charset="2"/>
              <a:buChar char="q"/>
            </a:pPr>
            <a:r>
              <a:rPr lang="en-IN" sz="2000" dirty="0" smtClean="0"/>
              <a:t>Users(Companies) </a:t>
            </a:r>
            <a:r>
              <a:rPr lang="en-IN" sz="2000" dirty="0"/>
              <a:t>→ Projects </a:t>
            </a:r>
          </a:p>
          <a:p>
            <a:pPr marL="742950" lvl="1" indent="-285750">
              <a:buFont typeface="Wingdings" panose="05000000000000000000" pitchFamily="2" charset="2"/>
              <a:buChar char="q"/>
            </a:pPr>
            <a:r>
              <a:rPr lang="en-IN" sz="2000" dirty="0"/>
              <a:t>Projects → Project Verifications </a:t>
            </a:r>
          </a:p>
          <a:p>
            <a:pPr marL="742950" lvl="1" indent="-285750">
              <a:buFont typeface="Wingdings" panose="05000000000000000000" pitchFamily="2" charset="2"/>
              <a:buChar char="q"/>
            </a:pPr>
            <a:r>
              <a:rPr lang="en-IN" sz="2000" dirty="0"/>
              <a:t>Projects → Carbon Credits </a:t>
            </a:r>
          </a:p>
          <a:p>
            <a:pPr marL="742950" lvl="1" indent="-285750">
              <a:buFont typeface="Wingdings" panose="05000000000000000000" pitchFamily="2" charset="2"/>
              <a:buChar char="q"/>
            </a:pPr>
            <a:r>
              <a:rPr lang="en-IN" sz="2000" dirty="0" smtClean="0"/>
              <a:t>Users(Companies) </a:t>
            </a:r>
            <a:r>
              <a:rPr lang="en-IN" sz="2000" dirty="0"/>
              <a:t>→ Marketplace </a:t>
            </a:r>
          </a:p>
          <a:p>
            <a:pPr marL="742950" lvl="1" indent="-285750">
              <a:buFont typeface="Wingdings" panose="05000000000000000000" pitchFamily="2" charset="2"/>
              <a:buChar char="q"/>
            </a:pPr>
            <a:r>
              <a:rPr lang="en-IN" sz="2000" dirty="0" smtClean="0"/>
              <a:t>Users(Companies) </a:t>
            </a:r>
            <a:r>
              <a:rPr lang="en-IN" sz="2000" dirty="0"/>
              <a:t>→ Transactions </a:t>
            </a:r>
          </a:p>
          <a:p>
            <a:pPr marL="742950" lvl="1" indent="-285750">
              <a:buFont typeface="Wingdings" panose="05000000000000000000" pitchFamily="2" charset="2"/>
              <a:buChar char="q"/>
            </a:pPr>
            <a:r>
              <a:rPr lang="en-IN" sz="2000" dirty="0"/>
              <a:t>Marketplace → Transactions</a:t>
            </a:r>
          </a:p>
          <a:p>
            <a:pPr marL="285750" indent="-285750">
              <a:buFont typeface="Wingdings" panose="05000000000000000000" pitchFamily="2" charset="2"/>
              <a:buChar char="q"/>
            </a:pPr>
            <a:endParaRPr lang="en-IN" sz="2000" dirty="0"/>
          </a:p>
        </p:txBody>
      </p:sp>
      <p:pic>
        <p:nvPicPr>
          <p:cNvPr id="4" name="Picture 3">
            <a:extLst>
              <a:ext uri="{FF2B5EF4-FFF2-40B4-BE49-F238E27FC236}">
                <a16:creationId xmlns:a16="http://schemas.microsoft.com/office/drawing/2014/main" id="{1DF82586-14FF-E933-1BCA-5EFC981CD863}"/>
              </a:ext>
            </a:extLst>
          </p:cNvPr>
          <p:cNvPicPr>
            <a:picLocks noChangeAspect="1"/>
          </p:cNvPicPr>
          <p:nvPr/>
        </p:nvPicPr>
        <p:blipFill>
          <a:blip r:embed="rId3"/>
          <a:stretch>
            <a:fillRect/>
          </a:stretch>
        </p:blipFill>
        <p:spPr>
          <a:xfrm>
            <a:off x="9344555" y="4112875"/>
            <a:ext cx="2762636" cy="2715004"/>
          </a:xfrm>
          <a:prstGeom prst="rect">
            <a:avLst/>
          </a:prstGeom>
        </p:spPr>
      </p:pic>
    </p:spTree>
    <p:extLst>
      <p:ext uri="{BB962C8B-B14F-4D97-AF65-F5344CB8AC3E}">
        <p14:creationId xmlns:p14="http://schemas.microsoft.com/office/powerpoint/2010/main" val="23517723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C92D17-7CCD-5545-1B38-B59E4AB1E8A1}"/>
            </a:ext>
          </a:extLst>
        </p:cNvPr>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35AD65ED-16D6-BA7B-775A-AAAA4734EFBA}"/>
              </a:ext>
            </a:extLst>
          </p:cNvPr>
          <p:cNvSpPr/>
          <p:nvPr/>
        </p:nvSpPr>
        <p:spPr>
          <a:xfrm>
            <a:off x="3695611" y="146087"/>
            <a:ext cx="4560426" cy="625032"/>
          </a:xfrm>
          <a:prstGeom prst="roundRect">
            <a:avLst/>
          </a:prstGeom>
          <a:solidFill>
            <a:schemeClr val="bg2">
              <a:lumMod val="75000"/>
            </a:schemeClr>
          </a:solidFill>
          <a:ln>
            <a:solidFill>
              <a:schemeClr val="accent6">
                <a:lumMod val="40000"/>
                <a:lumOff val="60000"/>
              </a:schemeClr>
            </a:solidFill>
          </a:ln>
          <a:effectLst>
            <a:glow rad="101600">
              <a:schemeClr val="accent1">
                <a:satMod val="175000"/>
                <a:alpha val="40000"/>
              </a:schemeClr>
            </a:glow>
            <a:reflection blurRad="6350" stA="50000" endA="275" endPos="40000" dist="101600" dir="5400000" sy="-100000" algn="bl" rotWithShape="0"/>
          </a:effectLst>
          <a:scene3d>
            <a:camera prst="orthographicFront"/>
            <a:lightRig rig="threePt" dir="t"/>
          </a:scene3d>
          <a:sp3d>
            <a:bevelT prst="angle"/>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000" b="1" dirty="0">
                <a:ln w="0"/>
                <a:solidFill>
                  <a:schemeClr val="tx1"/>
                </a:solidFill>
                <a:effectLst>
                  <a:outerShdw blurRad="38100" dist="19050" dir="2700000" algn="tl" rotWithShape="0">
                    <a:schemeClr val="dk1">
                      <a:alpha val="40000"/>
                    </a:schemeClr>
                  </a:outerShdw>
                </a:effectLst>
              </a:rPr>
              <a:t>DBMS Concepts and Its Uses</a:t>
            </a:r>
          </a:p>
        </p:txBody>
      </p:sp>
      <p:sp>
        <p:nvSpPr>
          <p:cNvPr id="4" name="Rectangle: Rounded Corners 3">
            <a:extLst>
              <a:ext uri="{FF2B5EF4-FFF2-40B4-BE49-F238E27FC236}">
                <a16:creationId xmlns:a16="http://schemas.microsoft.com/office/drawing/2014/main" id="{334C74A6-5C01-4D0C-142B-E8224954808F}"/>
              </a:ext>
            </a:extLst>
          </p:cNvPr>
          <p:cNvSpPr/>
          <p:nvPr/>
        </p:nvSpPr>
        <p:spPr>
          <a:xfrm>
            <a:off x="467592" y="1278082"/>
            <a:ext cx="2088572" cy="602672"/>
          </a:xfrm>
          <a:prstGeom prst="roundRect">
            <a:avLst/>
          </a:prstGeom>
        </p:spPr>
        <p:style>
          <a:lnRef idx="1">
            <a:schemeClr val="accent4"/>
          </a:lnRef>
          <a:fillRef idx="3">
            <a:schemeClr val="accent4"/>
          </a:fillRef>
          <a:effectRef idx="2">
            <a:schemeClr val="accent4"/>
          </a:effectRef>
          <a:fontRef idx="minor">
            <a:schemeClr val="lt1"/>
          </a:fontRef>
        </p:style>
        <p:txBody>
          <a:bodyPr rtlCol="0" anchor="ctr"/>
          <a:lstStyle/>
          <a:p>
            <a:pPr algn="ctr"/>
            <a:r>
              <a:rPr lang="en-IN" b="1" dirty="0">
                <a:ln w="0"/>
                <a:solidFill>
                  <a:schemeClr val="tx1"/>
                </a:solidFill>
                <a:effectLst>
                  <a:outerShdw blurRad="38100" dist="19050" dir="2700000" algn="tl" rotWithShape="0">
                    <a:schemeClr val="dk1">
                      <a:alpha val="40000"/>
                    </a:schemeClr>
                  </a:outerShdw>
                </a:effectLst>
              </a:rPr>
              <a:t>Primary Key</a:t>
            </a:r>
          </a:p>
        </p:txBody>
      </p:sp>
      <p:sp>
        <p:nvSpPr>
          <p:cNvPr id="6" name="Rectangle: Rounded Corners 5">
            <a:extLst>
              <a:ext uri="{FF2B5EF4-FFF2-40B4-BE49-F238E27FC236}">
                <a16:creationId xmlns:a16="http://schemas.microsoft.com/office/drawing/2014/main" id="{0F08E815-11AB-7031-F130-C8D801AE8BEF}"/>
              </a:ext>
            </a:extLst>
          </p:cNvPr>
          <p:cNvSpPr/>
          <p:nvPr/>
        </p:nvSpPr>
        <p:spPr>
          <a:xfrm>
            <a:off x="3969327" y="1278082"/>
            <a:ext cx="7055428" cy="602672"/>
          </a:xfrm>
          <a:prstGeom prst="roundRect">
            <a:avLst/>
          </a:prstGeom>
          <a:solidFill>
            <a:srgbClr val="FFCCCC"/>
          </a:solidFill>
        </p:spPr>
        <p:style>
          <a:lnRef idx="1">
            <a:schemeClr val="accent6"/>
          </a:lnRef>
          <a:fillRef idx="3">
            <a:schemeClr val="accent6"/>
          </a:fillRef>
          <a:effectRef idx="2">
            <a:schemeClr val="accent6"/>
          </a:effectRef>
          <a:fontRef idx="minor">
            <a:schemeClr val="lt1"/>
          </a:fontRef>
        </p:style>
        <p:txBody>
          <a:bodyPr rtlCol="0" anchor="ctr"/>
          <a:lstStyle/>
          <a:p>
            <a:pPr algn="ctr"/>
            <a:r>
              <a:rPr lang="en-IN" b="1" dirty="0">
                <a:ln w="0"/>
                <a:solidFill>
                  <a:schemeClr val="tx1"/>
                </a:solidFill>
                <a:effectLst>
                  <a:outerShdw blurRad="38100" dist="19050" dir="2700000" algn="tl" rotWithShape="0">
                    <a:schemeClr val="dk1">
                      <a:alpha val="40000"/>
                    </a:schemeClr>
                  </a:outerShdw>
                </a:effectLst>
              </a:rPr>
              <a:t>Identifies users, companies, projects, credits &amp; transactions</a:t>
            </a:r>
          </a:p>
        </p:txBody>
      </p:sp>
      <p:sp>
        <p:nvSpPr>
          <p:cNvPr id="8" name="Rectangle: Rounded Corners 7">
            <a:extLst>
              <a:ext uri="{FF2B5EF4-FFF2-40B4-BE49-F238E27FC236}">
                <a16:creationId xmlns:a16="http://schemas.microsoft.com/office/drawing/2014/main" id="{57D42850-527B-2DFE-C1EE-D33B960F42DD}"/>
              </a:ext>
            </a:extLst>
          </p:cNvPr>
          <p:cNvSpPr/>
          <p:nvPr/>
        </p:nvSpPr>
        <p:spPr>
          <a:xfrm>
            <a:off x="467592" y="4021279"/>
            <a:ext cx="2088572" cy="602672"/>
          </a:xfrm>
          <a:prstGeom prst="roundRect">
            <a:avLst/>
          </a:prstGeom>
        </p:spPr>
        <p:style>
          <a:lnRef idx="1">
            <a:schemeClr val="accent4"/>
          </a:lnRef>
          <a:fillRef idx="3">
            <a:schemeClr val="accent4"/>
          </a:fillRef>
          <a:effectRef idx="2">
            <a:schemeClr val="accent4"/>
          </a:effectRef>
          <a:fontRef idx="minor">
            <a:schemeClr val="lt1"/>
          </a:fontRef>
        </p:style>
        <p:txBody>
          <a:bodyPr rtlCol="0" anchor="ctr"/>
          <a:lstStyle/>
          <a:p>
            <a:pPr algn="ctr"/>
            <a:r>
              <a:rPr lang="en-IN" b="1" dirty="0">
                <a:ln w="0"/>
                <a:solidFill>
                  <a:schemeClr val="tx1"/>
                </a:solidFill>
                <a:effectLst>
                  <a:outerShdw blurRad="38100" dist="19050" dir="2700000" algn="tl" rotWithShape="0">
                    <a:schemeClr val="dk1">
                      <a:alpha val="40000"/>
                    </a:schemeClr>
                  </a:outerShdw>
                </a:effectLst>
              </a:rPr>
              <a:t>Indexes</a:t>
            </a:r>
          </a:p>
        </p:txBody>
      </p:sp>
      <p:sp>
        <p:nvSpPr>
          <p:cNvPr id="10" name="Rectangle: Rounded Corners 9">
            <a:extLst>
              <a:ext uri="{FF2B5EF4-FFF2-40B4-BE49-F238E27FC236}">
                <a16:creationId xmlns:a16="http://schemas.microsoft.com/office/drawing/2014/main" id="{D126F72C-B2F9-6A2B-18D8-9618120FBC1C}"/>
              </a:ext>
            </a:extLst>
          </p:cNvPr>
          <p:cNvSpPr/>
          <p:nvPr/>
        </p:nvSpPr>
        <p:spPr>
          <a:xfrm>
            <a:off x="467592" y="3106880"/>
            <a:ext cx="2088572" cy="602672"/>
          </a:xfrm>
          <a:prstGeom prst="roundRect">
            <a:avLst/>
          </a:prstGeom>
        </p:spPr>
        <p:style>
          <a:lnRef idx="1">
            <a:schemeClr val="accent4"/>
          </a:lnRef>
          <a:fillRef idx="3">
            <a:schemeClr val="accent4"/>
          </a:fillRef>
          <a:effectRef idx="2">
            <a:schemeClr val="accent4"/>
          </a:effectRef>
          <a:fontRef idx="minor">
            <a:schemeClr val="lt1"/>
          </a:fontRef>
        </p:style>
        <p:txBody>
          <a:bodyPr rtlCol="0" anchor="ctr"/>
          <a:lstStyle/>
          <a:p>
            <a:pPr algn="ctr"/>
            <a:r>
              <a:rPr lang="en-IN" b="1" dirty="0">
                <a:ln w="0"/>
                <a:solidFill>
                  <a:schemeClr val="tx1"/>
                </a:solidFill>
                <a:effectLst>
                  <a:outerShdw blurRad="38100" dist="19050" dir="2700000" algn="tl" rotWithShape="0">
                    <a:schemeClr val="dk1">
                      <a:alpha val="40000"/>
                    </a:schemeClr>
                  </a:outerShdw>
                </a:effectLst>
              </a:rPr>
              <a:t>Constraints</a:t>
            </a:r>
          </a:p>
        </p:txBody>
      </p:sp>
      <p:sp>
        <p:nvSpPr>
          <p:cNvPr id="12" name="Rectangle: Rounded Corners 11">
            <a:extLst>
              <a:ext uri="{FF2B5EF4-FFF2-40B4-BE49-F238E27FC236}">
                <a16:creationId xmlns:a16="http://schemas.microsoft.com/office/drawing/2014/main" id="{D832DB11-EA3B-90F7-6409-3F3ED0911A0C}"/>
              </a:ext>
            </a:extLst>
          </p:cNvPr>
          <p:cNvSpPr/>
          <p:nvPr/>
        </p:nvSpPr>
        <p:spPr>
          <a:xfrm>
            <a:off x="467592" y="2192481"/>
            <a:ext cx="2088572" cy="602672"/>
          </a:xfrm>
          <a:prstGeom prst="roundRect">
            <a:avLst/>
          </a:prstGeom>
        </p:spPr>
        <p:style>
          <a:lnRef idx="1">
            <a:schemeClr val="accent4"/>
          </a:lnRef>
          <a:fillRef idx="3">
            <a:schemeClr val="accent4"/>
          </a:fillRef>
          <a:effectRef idx="2">
            <a:schemeClr val="accent4"/>
          </a:effectRef>
          <a:fontRef idx="minor">
            <a:schemeClr val="lt1"/>
          </a:fontRef>
        </p:style>
        <p:txBody>
          <a:bodyPr rtlCol="0" anchor="ctr"/>
          <a:lstStyle/>
          <a:p>
            <a:pPr algn="ctr"/>
            <a:r>
              <a:rPr lang="en-IN" b="1" dirty="0">
                <a:ln w="0"/>
                <a:solidFill>
                  <a:schemeClr val="tx1"/>
                </a:solidFill>
                <a:effectLst>
                  <a:outerShdw blurRad="38100" dist="19050" dir="2700000" algn="tl" rotWithShape="0">
                    <a:schemeClr val="dk1">
                      <a:alpha val="40000"/>
                    </a:schemeClr>
                  </a:outerShdw>
                </a:effectLst>
              </a:rPr>
              <a:t>Foreign Key</a:t>
            </a:r>
          </a:p>
        </p:txBody>
      </p:sp>
      <p:sp>
        <p:nvSpPr>
          <p:cNvPr id="14" name="Rectangle: Rounded Corners 13">
            <a:extLst>
              <a:ext uri="{FF2B5EF4-FFF2-40B4-BE49-F238E27FC236}">
                <a16:creationId xmlns:a16="http://schemas.microsoft.com/office/drawing/2014/main" id="{D6C41FC8-31DC-9F29-C0C2-CACFB21E13F4}"/>
              </a:ext>
            </a:extLst>
          </p:cNvPr>
          <p:cNvSpPr/>
          <p:nvPr/>
        </p:nvSpPr>
        <p:spPr>
          <a:xfrm>
            <a:off x="3969325" y="2192481"/>
            <a:ext cx="7055428" cy="602672"/>
          </a:xfrm>
          <a:prstGeom prst="roundRect">
            <a:avLst/>
          </a:prstGeom>
          <a:solidFill>
            <a:srgbClr val="FFCCCC"/>
          </a:solidFill>
        </p:spPr>
        <p:style>
          <a:lnRef idx="1">
            <a:schemeClr val="accent6"/>
          </a:lnRef>
          <a:fillRef idx="3">
            <a:schemeClr val="accent6"/>
          </a:fillRef>
          <a:effectRef idx="2">
            <a:schemeClr val="accent6"/>
          </a:effectRef>
          <a:fontRef idx="minor">
            <a:schemeClr val="lt1"/>
          </a:fontRef>
        </p:style>
        <p:txBody>
          <a:bodyPr rtlCol="0" anchor="ctr"/>
          <a:lstStyle/>
          <a:p>
            <a:pPr algn="ctr"/>
            <a:r>
              <a:rPr lang="en-IN" b="1" dirty="0">
                <a:ln w="0"/>
                <a:solidFill>
                  <a:schemeClr val="tx1"/>
                </a:solidFill>
                <a:effectLst>
                  <a:outerShdw blurRad="38100" dist="19050" dir="2700000" algn="tl" rotWithShape="0">
                    <a:schemeClr val="dk1">
                      <a:alpha val="40000"/>
                    </a:schemeClr>
                  </a:outerShdw>
                </a:effectLst>
              </a:rPr>
              <a:t>Establishes relationships between tables</a:t>
            </a:r>
          </a:p>
        </p:txBody>
      </p:sp>
      <p:sp>
        <p:nvSpPr>
          <p:cNvPr id="16" name="Rectangle: Rounded Corners 15">
            <a:extLst>
              <a:ext uri="{FF2B5EF4-FFF2-40B4-BE49-F238E27FC236}">
                <a16:creationId xmlns:a16="http://schemas.microsoft.com/office/drawing/2014/main" id="{4F0FE51C-F705-2B09-FA0C-19F87537D6E6}"/>
              </a:ext>
            </a:extLst>
          </p:cNvPr>
          <p:cNvSpPr/>
          <p:nvPr/>
        </p:nvSpPr>
        <p:spPr>
          <a:xfrm>
            <a:off x="3969325" y="3106880"/>
            <a:ext cx="7055428" cy="602672"/>
          </a:xfrm>
          <a:prstGeom prst="roundRect">
            <a:avLst/>
          </a:prstGeom>
          <a:solidFill>
            <a:srgbClr val="FFCCCC"/>
          </a:solidFill>
        </p:spPr>
        <p:style>
          <a:lnRef idx="1">
            <a:schemeClr val="accent6"/>
          </a:lnRef>
          <a:fillRef idx="3">
            <a:schemeClr val="accent6"/>
          </a:fillRef>
          <a:effectRef idx="2">
            <a:schemeClr val="accent6"/>
          </a:effectRef>
          <a:fontRef idx="minor">
            <a:schemeClr val="lt1"/>
          </a:fontRef>
        </p:style>
        <p:txBody>
          <a:bodyPr rtlCol="0" anchor="ctr"/>
          <a:lstStyle/>
          <a:p>
            <a:pPr algn="ctr"/>
            <a:r>
              <a:rPr lang="en-IN" b="1" dirty="0">
                <a:ln w="0"/>
                <a:solidFill>
                  <a:schemeClr val="tx1"/>
                </a:solidFill>
                <a:effectLst>
                  <a:outerShdw blurRad="38100" dist="19050" dir="2700000" algn="tl" rotWithShape="0">
                    <a:schemeClr val="dk1">
                      <a:alpha val="40000"/>
                    </a:schemeClr>
                  </a:outerShdw>
                </a:effectLst>
              </a:rPr>
              <a:t>Maintains valid and consistent data</a:t>
            </a:r>
          </a:p>
        </p:txBody>
      </p:sp>
      <p:sp>
        <p:nvSpPr>
          <p:cNvPr id="18" name="Rectangle: Rounded Corners 17">
            <a:extLst>
              <a:ext uri="{FF2B5EF4-FFF2-40B4-BE49-F238E27FC236}">
                <a16:creationId xmlns:a16="http://schemas.microsoft.com/office/drawing/2014/main" id="{119489BB-45AD-8A5D-D086-DDFF624759C8}"/>
              </a:ext>
            </a:extLst>
          </p:cNvPr>
          <p:cNvSpPr/>
          <p:nvPr/>
        </p:nvSpPr>
        <p:spPr>
          <a:xfrm>
            <a:off x="3969325" y="4021279"/>
            <a:ext cx="7055428" cy="602672"/>
          </a:xfrm>
          <a:prstGeom prst="roundRect">
            <a:avLst/>
          </a:prstGeom>
          <a:solidFill>
            <a:srgbClr val="FFCCCC"/>
          </a:solidFill>
        </p:spPr>
        <p:style>
          <a:lnRef idx="1">
            <a:schemeClr val="accent6"/>
          </a:lnRef>
          <a:fillRef idx="3">
            <a:schemeClr val="accent6"/>
          </a:fillRef>
          <a:effectRef idx="2">
            <a:schemeClr val="accent6"/>
          </a:effectRef>
          <a:fontRef idx="minor">
            <a:schemeClr val="lt1"/>
          </a:fontRef>
        </p:style>
        <p:txBody>
          <a:bodyPr rtlCol="0" anchor="ctr"/>
          <a:lstStyle/>
          <a:p>
            <a:pPr algn="ctr"/>
            <a:r>
              <a:rPr lang="en-IN" b="1" dirty="0">
                <a:ln w="0"/>
                <a:solidFill>
                  <a:schemeClr val="tx1"/>
                </a:solidFill>
                <a:effectLst>
                  <a:outerShdw blurRad="38100" dist="19050" dir="2700000" algn="tl" rotWithShape="0">
                    <a:schemeClr val="dk1">
                      <a:alpha val="40000"/>
                    </a:schemeClr>
                  </a:outerShdw>
                </a:effectLst>
              </a:rPr>
              <a:t>Speeds up frequent searches</a:t>
            </a:r>
          </a:p>
        </p:txBody>
      </p:sp>
      <p:sp>
        <p:nvSpPr>
          <p:cNvPr id="20" name="Rectangle: Rounded Corners 19">
            <a:extLst>
              <a:ext uri="{FF2B5EF4-FFF2-40B4-BE49-F238E27FC236}">
                <a16:creationId xmlns:a16="http://schemas.microsoft.com/office/drawing/2014/main" id="{673C6FFC-099C-00A6-4F7E-332F998150E0}"/>
              </a:ext>
            </a:extLst>
          </p:cNvPr>
          <p:cNvSpPr/>
          <p:nvPr/>
        </p:nvSpPr>
        <p:spPr>
          <a:xfrm>
            <a:off x="467592" y="4935678"/>
            <a:ext cx="2088572" cy="602672"/>
          </a:xfrm>
          <a:prstGeom prst="roundRect">
            <a:avLst/>
          </a:prstGeom>
        </p:spPr>
        <p:style>
          <a:lnRef idx="1">
            <a:schemeClr val="accent4"/>
          </a:lnRef>
          <a:fillRef idx="3">
            <a:schemeClr val="accent4"/>
          </a:fillRef>
          <a:effectRef idx="2">
            <a:schemeClr val="accent4"/>
          </a:effectRef>
          <a:fontRef idx="minor">
            <a:schemeClr val="lt1"/>
          </a:fontRef>
        </p:style>
        <p:txBody>
          <a:bodyPr rtlCol="0" anchor="ctr"/>
          <a:lstStyle/>
          <a:p>
            <a:pPr algn="ctr"/>
            <a:r>
              <a:rPr lang="en-IN" b="1" dirty="0">
                <a:ln w="0"/>
                <a:solidFill>
                  <a:schemeClr val="tx1"/>
                </a:solidFill>
                <a:effectLst>
                  <a:outerShdw blurRad="38100" dist="19050" dir="2700000" algn="tl" rotWithShape="0">
                    <a:schemeClr val="dk1">
                      <a:alpha val="40000"/>
                    </a:schemeClr>
                  </a:outerShdw>
                </a:effectLst>
              </a:rPr>
              <a:t>Views</a:t>
            </a:r>
          </a:p>
        </p:txBody>
      </p:sp>
      <p:sp>
        <p:nvSpPr>
          <p:cNvPr id="22" name="Rectangle: Rounded Corners 21">
            <a:extLst>
              <a:ext uri="{FF2B5EF4-FFF2-40B4-BE49-F238E27FC236}">
                <a16:creationId xmlns:a16="http://schemas.microsoft.com/office/drawing/2014/main" id="{2C9E0C29-EE38-0DD8-003A-01855B711512}"/>
              </a:ext>
            </a:extLst>
          </p:cNvPr>
          <p:cNvSpPr/>
          <p:nvPr/>
        </p:nvSpPr>
        <p:spPr>
          <a:xfrm>
            <a:off x="3969325" y="4935678"/>
            <a:ext cx="7055428" cy="602672"/>
          </a:xfrm>
          <a:prstGeom prst="roundRect">
            <a:avLst/>
          </a:prstGeom>
          <a:solidFill>
            <a:srgbClr val="FFCCCC"/>
          </a:solidFill>
        </p:spPr>
        <p:style>
          <a:lnRef idx="1">
            <a:schemeClr val="accent6"/>
          </a:lnRef>
          <a:fillRef idx="3">
            <a:schemeClr val="accent6"/>
          </a:fillRef>
          <a:effectRef idx="2">
            <a:schemeClr val="accent6"/>
          </a:effectRef>
          <a:fontRef idx="minor">
            <a:schemeClr val="lt1"/>
          </a:fontRef>
        </p:style>
        <p:txBody>
          <a:bodyPr rtlCol="0" anchor="ctr"/>
          <a:lstStyle/>
          <a:p>
            <a:pPr algn="ctr"/>
            <a:r>
              <a:rPr lang="en-IN" b="1" dirty="0">
                <a:ln w="0"/>
                <a:solidFill>
                  <a:schemeClr val="tx1"/>
                </a:solidFill>
                <a:effectLst>
                  <a:outerShdw blurRad="38100" dist="19050" dir="2700000" algn="tl" rotWithShape="0">
                    <a:schemeClr val="dk1">
                      <a:alpha val="40000"/>
                    </a:schemeClr>
                  </a:outerShdw>
                </a:effectLst>
              </a:rPr>
              <a:t>Provides credit balance &amp; dashboard reports</a:t>
            </a:r>
          </a:p>
        </p:txBody>
      </p:sp>
      <p:sp>
        <p:nvSpPr>
          <p:cNvPr id="23" name="Arrow: Right 22">
            <a:extLst>
              <a:ext uri="{FF2B5EF4-FFF2-40B4-BE49-F238E27FC236}">
                <a16:creationId xmlns:a16="http://schemas.microsoft.com/office/drawing/2014/main" id="{738DF428-12E1-763D-2409-1D2A80A48B8F}"/>
              </a:ext>
            </a:extLst>
          </p:cNvPr>
          <p:cNvSpPr/>
          <p:nvPr/>
        </p:nvSpPr>
        <p:spPr>
          <a:xfrm>
            <a:off x="2783931" y="1361630"/>
            <a:ext cx="978408" cy="484632"/>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b="1"/>
          </a:p>
        </p:txBody>
      </p:sp>
      <p:sp>
        <p:nvSpPr>
          <p:cNvPr id="27" name="Arrow: Right 26">
            <a:extLst>
              <a:ext uri="{FF2B5EF4-FFF2-40B4-BE49-F238E27FC236}">
                <a16:creationId xmlns:a16="http://schemas.microsoft.com/office/drawing/2014/main" id="{AF22F412-B629-B768-3937-8FA6E437D1ED}"/>
              </a:ext>
            </a:extLst>
          </p:cNvPr>
          <p:cNvSpPr/>
          <p:nvPr/>
        </p:nvSpPr>
        <p:spPr>
          <a:xfrm>
            <a:off x="2783931" y="2293069"/>
            <a:ext cx="978408" cy="484632"/>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b="1"/>
          </a:p>
        </p:txBody>
      </p:sp>
      <p:sp>
        <p:nvSpPr>
          <p:cNvPr id="29" name="Arrow: Right 28">
            <a:extLst>
              <a:ext uri="{FF2B5EF4-FFF2-40B4-BE49-F238E27FC236}">
                <a16:creationId xmlns:a16="http://schemas.microsoft.com/office/drawing/2014/main" id="{DF3170EA-BD0C-7BF4-DDF3-121F151B35F1}"/>
              </a:ext>
            </a:extLst>
          </p:cNvPr>
          <p:cNvSpPr/>
          <p:nvPr/>
        </p:nvSpPr>
        <p:spPr>
          <a:xfrm>
            <a:off x="2783931" y="3165900"/>
            <a:ext cx="978408" cy="484632"/>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b="1"/>
          </a:p>
        </p:txBody>
      </p:sp>
      <p:sp>
        <p:nvSpPr>
          <p:cNvPr id="31" name="Arrow: Right 30">
            <a:extLst>
              <a:ext uri="{FF2B5EF4-FFF2-40B4-BE49-F238E27FC236}">
                <a16:creationId xmlns:a16="http://schemas.microsoft.com/office/drawing/2014/main" id="{CCA5E55E-D0E4-A250-1CAA-0282F0CC63E1}"/>
              </a:ext>
            </a:extLst>
          </p:cNvPr>
          <p:cNvSpPr/>
          <p:nvPr/>
        </p:nvSpPr>
        <p:spPr>
          <a:xfrm>
            <a:off x="2783931" y="4080299"/>
            <a:ext cx="978408" cy="484632"/>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b="1"/>
          </a:p>
        </p:txBody>
      </p:sp>
      <p:sp>
        <p:nvSpPr>
          <p:cNvPr id="33" name="Arrow: Right 32">
            <a:extLst>
              <a:ext uri="{FF2B5EF4-FFF2-40B4-BE49-F238E27FC236}">
                <a16:creationId xmlns:a16="http://schemas.microsoft.com/office/drawing/2014/main" id="{4D3C57CE-71DB-DAEE-75C4-5B698E55766C}"/>
              </a:ext>
            </a:extLst>
          </p:cNvPr>
          <p:cNvSpPr/>
          <p:nvPr/>
        </p:nvSpPr>
        <p:spPr>
          <a:xfrm>
            <a:off x="2774372" y="4973782"/>
            <a:ext cx="978408" cy="484632"/>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b="1"/>
          </a:p>
        </p:txBody>
      </p:sp>
    </p:spTree>
    <p:extLst>
      <p:ext uri="{BB962C8B-B14F-4D97-AF65-F5344CB8AC3E}">
        <p14:creationId xmlns:p14="http://schemas.microsoft.com/office/powerpoint/2010/main" val="20745595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269E7B-9312-4670-047C-3D4FD983884F}"/>
            </a:ext>
          </a:extLst>
        </p:cNvPr>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4DC2507F-ABED-4A29-8A10-D76ECDE5A57A}"/>
              </a:ext>
            </a:extLst>
          </p:cNvPr>
          <p:cNvSpPr/>
          <p:nvPr/>
        </p:nvSpPr>
        <p:spPr>
          <a:xfrm>
            <a:off x="3695611" y="146087"/>
            <a:ext cx="4560426" cy="625032"/>
          </a:xfrm>
          <a:prstGeom prst="roundRect">
            <a:avLst/>
          </a:prstGeom>
          <a:solidFill>
            <a:schemeClr val="bg2">
              <a:lumMod val="75000"/>
            </a:schemeClr>
          </a:solidFill>
          <a:ln>
            <a:solidFill>
              <a:schemeClr val="accent6">
                <a:lumMod val="40000"/>
                <a:lumOff val="60000"/>
              </a:schemeClr>
            </a:solidFill>
          </a:ln>
          <a:effectLst>
            <a:glow rad="101600">
              <a:schemeClr val="accent1">
                <a:satMod val="175000"/>
                <a:alpha val="40000"/>
              </a:schemeClr>
            </a:glow>
            <a:reflection blurRad="6350" stA="50000" endA="275" endPos="40000" dist="101600" dir="5400000" sy="-100000" algn="bl" rotWithShape="0"/>
          </a:effectLst>
          <a:scene3d>
            <a:camera prst="orthographicFront"/>
            <a:lightRig rig="threePt" dir="t"/>
          </a:scene3d>
          <a:sp3d>
            <a:bevelT prst="angle"/>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000" b="1" dirty="0">
                <a:ln w="0"/>
                <a:solidFill>
                  <a:schemeClr val="tx1"/>
                </a:solidFill>
                <a:effectLst>
                  <a:outerShdw blurRad="38100" dist="19050" dir="2700000" algn="tl" rotWithShape="0">
                    <a:schemeClr val="dk1">
                      <a:alpha val="40000"/>
                    </a:schemeClr>
                  </a:outerShdw>
                </a:effectLst>
              </a:rPr>
              <a:t>DBMS Concepts and Its Uses</a:t>
            </a:r>
          </a:p>
        </p:txBody>
      </p:sp>
      <p:sp>
        <p:nvSpPr>
          <p:cNvPr id="4" name="Rectangle: Rounded Corners 3">
            <a:extLst>
              <a:ext uri="{FF2B5EF4-FFF2-40B4-BE49-F238E27FC236}">
                <a16:creationId xmlns:a16="http://schemas.microsoft.com/office/drawing/2014/main" id="{D0B74AFE-6F71-6F7B-0BF1-3966B552B1A5}"/>
              </a:ext>
            </a:extLst>
          </p:cNvPr>
          <p:cNvSpPr/>
          <p:nvPr/>
        </p:nvSpPr>
        <p:spPr>
          <a:xfrm>
            <a:off x="467592" y="1278082"/>
            <a:ext cx="2088572" cy="602672"/>
          </a:xfrm>
          <a:prstGeom prst="roundRect">
            <a:avLst/>
          </a:prstGeom>
        </p:spPr>
        <p:style>
          <a:lnRef idx="1">
            <a:schemeClr val="accent4"/>
          </a:lnRef>
          <a:fillRef idx="3">
            <a:schemeClr val="accent4"/>
          </a:fillRef>
          <a:effectRef idx="2">
            <a:schemeClr val="accent4"/>
          </a:effectRef>
          <a:fontRef idx="minor">
            <a:schemeClr val="lt1"/>
          </a:fontRef>
        </p:style>
        <p:txBody>
          <a:bodyPr rtlCol="0" anchor="ctr"/>
          <a:lstStyle/>
          <a:p>
            <a:pPr algn="ctr"/>
            <a:r>
              <a:rPr lang="en-IN" b="1" dirty="0">
                <a:solidFill>
                  <a:schemeClr val="tx1"/>
                </a:solidFill>
              </a:rPr>
              <a:t>Procedures</a:t>
            </a:r>
            <a:endParaRPr lang="en-IN" b="1" dirty="0">
              <a:ln w="0"/>
              <a:solidFill>
                <a:schemeClr val="tx1"/>
              </a:solidFill>
              <a:effectLst>
                <a:outerShdw blurRad="38100" dist="19050" dir="2700000" algn="tl" rotWithShape="0">
                  <a:schemeClr val="dk1">
                    <a:alpha val="40000"/>
                  </a:schemeClr>
                </a:outerShdw>
              </a:effectLst>
            </a:endParaRPr>
          </a:p>
        </p:txBody>
      </p:sp>
      <p:sp>
        <p:nvSpPr>
          <p:cNvPr id="6" name="Rectangle: Rounded Corners 5">
            <a:extLst>
              <a:ext uri="{FF2B5EF4-FFF2-40B4-BE49-F238E27FC236}">
                <a16:creationId xmlns:a16="http://schemas.microsoft.com/office/drawing/2014/main" id="{8C2F5AD6-6711-50BF-EB13-4CF0F57F256B}"/>
              </a:ext>
            </a:extLst>
          </p:cNvPr>
          <p:cNvSpPr/>
          <p:nvPr/>
        </p:nvSpPr>
        <p:spPr>
          <a:xfrm>
            <a:off x="3969327" y="1278082"/>
            <a:ext cx="7055428" cy="602672"/>
          </a:xfrm>
          <a:prstGeom prst="roundRect">
            <a:avLst/>
          </a:prstGeom>
          <a:solidFill>
            <a:srgbClr val="FFCCCC"/>
          </a:solidFill>
        </p:spPr>
        <p:style>
          <a:lnRef idx="1">
            <a:schemeClr val="accent6"/>
          </a:lnRef>
          <a:fillRef idx="3">
            <a:schemeClr val="accent6"/>
          </a:fillRef>
          <a:effectRef idx="2">
            <a:schemeClr val="accent6"/>
          </a:effectRef>
          <a:fontRef idx="minor">
            <a:schemeClr val="lt1"/>
          </a:fontRef>
        </p:style>
        <p:txBody>
          <a:bodyPr rtlCol="0" anchor="ctr"/>
          <a:lstStyle/>
          <a:p>
            <a:pPr algn="ctr"/>
            <a:r>
              <a:rPr lang="en-IN" b="1" dirty="0">
                <a:solidFill>
                  <a:schemeClr val="tx1"/>
                </a:solidFill>
              </a:rPr>
              <a:t>Handles project and credit operations</a:t>
            </a:r>
            <a:endParaRPr lang="en-IN" b="1" dirty="0">
              <a:ln w="0"/>
              <a:solidFill>
                <a:schemeClr val="tx1"/>
              </a:solidFill>
              <a:effectLst>
                <a:outerShdw blurRad="38100" dist="19050" dir="2700000" algn="tl" rotWithShape="0">
                  <a:schemeClr val="dk1">
                    <a:alpha val="40000"/>
                  </a:schemeClr>
                </a:outerShdw>
              </a:effectLst>
            </a:endParaRPr>
          </a:p>
        </p:txBody>
      </p:sp>
      <p:sp>
        <p:nvSpPr>
          <p:cNvPr id="8" name="Rectangle: Rounded Corners 7">
            <a:extLst>
              <a:ext uri="{FF2B5EF4-FFF2-40B4-BE49-F238E27FC236}">
                <a16:creationId xmlns:a16="http://schemas.microsoft.com/office/drawing/2014/main" id="{1A071927-7E9D-D4A2-94D5-2E742B2AAF70}"/>
              </a:ext>
            </a:extLst>
          </p:cNvPr>
          <p:cNvSpPr/>
          <p:nvPr/>
        </p:nvSpPr>
        <p:spPr>
          <a:xfrm>
            <a:off x="467592" y="4021279"/>
            <a:ext cx="2088572" cy="602672"/>
          </a:xfrm>
          <a:prstGeom prst="roundRect">
            <a:avLst/>
          </a:prstGeom>
        </p:spPr>
        <p:style>
          <a:lnRef idx="1">
            <a:schemeClr val="accent4"/>
          </a:lnRef>
          <a:fillRef idx="3">
            <a:schemeClr val="accent4"/>
          </a:fillRef>
          <a:effectRef idx="2">
            <a:schemeClr val="accent4"/>
          </a:effectRef>
          <a:fontRef idx="minor">
            <a:schemeClr val="lt1"/>
          </a:fontRef>
        </p:style>
        <p:txBody>
          <a:bodyPr rtlCol="0" anchor="ctr"/>
          <a:lstStyle/>
          <a:p>
            <a:pPr algn="ctr"/>
            <a:r>
              <a:rPr lang="en-IN" b="1" dirty="0">
                <a:solidFill>
                  <a:schemeClr val="tx1"/>
                </a:solidFill>
              </a:rPr>
              <a:t>Joins</a:t>
            </a:r>
            <a:endParaRPr lang="en-IN" b="1" dirty="0">
              <a:ln w="0"/>
              <a:solidFill>
                <a:schemeClr val="tx1"/>
              </a:solidFill>
              <a:effectLst>
                <a:outerShdw blurRad="38100" dist="19050" dir="2700000" algn="tl" rotWithShape="0">
                  <a:schemeClr val="dk1">
                    <a:alpha val="40000"/>
                  </a:schemeClr>
                </a:outerShdw>
              </a:effectLst>
            </a:endParaRPr>
          </a:p>
        </p:txBody>
      </p:sp>
      <p:sp>
        <p:nvSpPr>
          <p:cNvPr id="10" name="Rectangle: Rounded Corners 9">
            <a:extLst>
              <a:ext uri="{FF2B5EF4-FFF2-40B4-BE49-F238E27FC236}">
                <a16:creationId xmlns:a16="http://schemas.microsoft.com/office/drawing/2014/main" id="{A0C4F03E-CBC8-BBF2-3976-BE656B2A7747}"/>
              </a:ext>
            </a:extLst>
          </p:cNvPr>
          <p:cNvSpPr/>
          <p:nvPr/>
        </p:nvSpPr>
        <p:spPr>
          <a:xfrm>
            <a:off x="467592" y="3106880"/>
            <a:ext cx="2088572" cy="602672"/>
          </a:xfrm>
          <a:prstGeom prst="roundRect">
            <a:avLst/>
          </a:prstGeom>
        </p:spPr>
        <p:style>
          <a:lnRef idx="1">
            <a:schemeClr val="accent4"/>
          </a:lnRef>
          <a:fillRef idx="3">
            <a:schemeClr val="accent4"/>
          </a:fillRef>
          <a:effectRef idx="2">
            <a:schemeClr val="accent4"/>
          </a:effectRef>
          <a:fontRef idx="minor">
            <a:schemeClr val="lt1"/>
          </a:fontRef>
        </p:style>
        <p:txBody>
          <a:bodyPr rtlCol="0" anchor="ctr"/>
          <a:lstStyle/>
          <a:p>
            <a:pPr algn="ctr"/>
            <a:r>
              <a:rPr lang="en-IN" b="1">
                <a:solidFill>
                  <a:schemeClr val="tx1"/>
                </a:solidFill>
              </a:rPr>
              <a:t>Transactions</a:t>
            </a:r>
            <a:endParaRPr lang="en-IN" b="1" dirty="0">
              <a:ln w="0"/>
              <a:solidFill>
                <a:schemeClr val="tx1"/>
              </a:solidFill>
              <a:effectLst>
                <a:outerShdw blurRad="38100" dist="19050" dir="2700000" algn="tl" rotWithShape="0">
                  <a:schemeClr val="dk1">
                    <a:alpha val="40000"/>
                  </a:schemeClr>
                </a:outerShdw>
              </a:effectLst>
            </a:endParaRPr>
          </a:p>
        </p:txBody>
      </p:sp>
      <p:sp>
        <p:nvSpPr>
          <p:cNvPr id="12" name="Rectangle: Rounded Corners 11">
            <a:extLst>
              <a:ext uri="{FF2B5EF4-FFF2-40B4-BE49-F238E27FC236}">
                <a16:creationId xmlns:a16="http://schemas.microsoft.com/office/drawing/2014/main" id="{55E41B66-2813-45CB-C815-595FF6A2EEDC}"/>
              </a:ext>
            </a:extLst>
          </p:cNvPr>
          <p:cNvSpPr/>
          <p:nvPr/>
        </p:nvSpPr>
        <p:spPr>
          <a:xfrm>
            <a:off x="467592" y="2192481"/>
            <a:ext cx="2088572" cy="602672"/>
          </a:xfrm>
          <a:prstGeom prst="roundRect">
            <a:avLst/>
          </a:prstGeom>
        </p:spPr>
        <p:style>
          <a:lnRef idx="1">
            <a:schemeClr val="accent4"/>
          </a:lnRef>
          <a:fillRef idx="3">
            <a:schemeClr val="accent4"/>
          </a:fillRef>
          <a:effectRef idx="2">
            <a:schemeClr val="accent4"/>
          </a:effectRef>
          <a:fontRef idx="minor">
            <a:schemeClr val="lt1"/>
          </a:fontRef>
        </p:style>
        <p:txBody>
          <a:bodyPr rtlCol="0" anchor="ctr"/>
          <a:lstStyle/>
          <a:p>
            <a:pPr algn="ctr"/>
            <a:r>
              <a:rPr lang="en-IN" b="1" dirty="0">
                <a:solidFill>
                  <a:schemeClr val="tx1"/>
                </a:solidFill>
              </a:rPr>
              <a:t>Triggers</a:t>
            </a:r>
            <a:endParaRPr lang="en-IN" b="1" dirty="0">
              <a:ln w="0"/>
              <a:solidFill>
                <a:schemeClr val="tx1"/>
              </a:solidFill>
              <a:effectLst>
                <a:outerShdw blurRad="38100" dist="19050" dir="2700000" algn="tl" rotWithShape="0">
                  <a:schemeClr val="dk1">
                    <a:alpha val="40000"/>
                  </a:schemeClr>
                </a:outerShdw>
              </a:effectLst>
            </a:endParaRPr>
          </a:p>
        </p:txBody>
      </p:sp>
      <p:sp>
        <p:nvSpPr>
          <p:cNvPr id="14" name="Rectangle: Rounded Corners 13">
            <a:extLst>
              <a:ext uri="{FF2B5EF4-FFF2-40B4-BE49-F238E27FC236}">
                <a16:creationId xmlns:a16="http://schemas.microsoft.com/office/drawing/2014/main" id="{2D4ACEAB-BDA6-2922-B86B-DF228505FF3E}"/>
              </a:ext>
            </a:extLst>
          </p:cNvPr>
          <p:cNvSpPr/>
          <p:nvPr/>
        </p:nvSpPr>
        <p:spPr>
          <a:xfrm>
            <a:off x="3969325" y="2192481"/>
            <a:ext cx="7055428" cy="602672"/>
          </a:xfrm>
          <a:prstGeom prst="roundRect">
            <a:avLst/>
          </a:prstGeom>
          <a:solidFill>
            <a:srgbClr val="FFCCCC"/>
          </a:solidFill>
        </p:spPr>
        <p:style>
          <a:lnRef idx="1">
            <a:schemeClr val="accent6"/>
          </a:lnRef>
          <a:fillRef idx="3">
            <a:schemeClr val="accent6"/>
          </a:fillRef>
          <a:effectRef idx="2">
            <a:schemeClr val="accent6"/>
          </a:effectRef>
          <a:fontRef idx="minor">
            <a:schemeClr val="lt1"/>
          </a:fontRef>
        </p:style>
        <p:txBody>
          <a:bodyPr rtlCol="0" anchor="ctr"/>
          <a:lstStyle/>
          <a:p>
            <a:pPr algn="ctr"/>
            <a:r>
              <a:rPr lang="en-IN" b="1" dirty="0">
                <a:solidFill>
                  <a:schemeClr val="tx1"/>
                </a:solidFill>
              </a:rPr>
              <a:t>Automates database updates</a:t>
            </a:r>
            <a:endParaRPr lang="en-IN" b="1" dirty="0">
              <a:ln w="0"/>
              <a:solidFill>
                <a:schemeClr val="tx1"/>
              </a:solidFill>
              <a:effectLst>
                <a:outerShdw blurRad="38100" dist="19050" dir="2700000" algn="tl" rotWithShape="0">
                  <a:schemeClr val="dk1">
                    <a:alpha val="40000"/>
                  </a:schemeClr>
                </a:outerShdw>
              </a:effectLst>
            </a:endParaRPr>
          </a:p>
        </p:txBody>
      </p:sp>
      <p:sp>
        <p:nvSpPr>
          <p:cNvPr id="16" name="Rectangle: Rounded Corners 15">
            <a:extLst>
              <a:ext uri="{FF2B5EF4-FFF2-40B4-BE49-F238E27FC236}">
                <a16:creationId xmlns:a16="http://schemas.microsoft.com/office/drawing/2014/main" id="{530A71BB-365A-C5A8-E76A-6286582EBF9A}"/>
              </a:ext>
            </a:extLst>
          </p:cNvPr>
          <p:cNvSpPr/>
          <p:nvPr/>
        </p:nvSpPr>
        <p:spPr>
          <a:xfrm>
            <a:off x="3969325" y="3106880"/>
            <a:ext cx="7055428" cy="602672"/>
          </a:xfrm>
          <a:prstGeom prst="roundRect">
            <a:avLst/>
          </a:prstGeom>
          <a:solidFill>
            <a:srgbClr val="FFCCCC"/>
          </a:solidFill>
        </p:spPr>
        <p:style>
          <a:lnRef idx="1">
            <a:schemeClr val="accent6"/>
          </a:lnRef>
          <a:fillRef idx="3">
            <a:schemeClr val="accent6"/>
          </a:fillRef>
          <a:effectRef idx="2">
            <a:schemeClr val="accent6"/>
          </a:effectRef>
          <a:fontRef idx="minor">
            <a:schemeClr val="lt1"/>
          </a:fontRef>
        </p:style>
        <p:txBody>
          <a:bodyPr rtlCol="0" anchor="ctr"/>
          <a:lstStyle/>
          <a:p>
            <a:pPr algn="ctr"/>
            <a:r>
              <a:rPr lang="en-IN" b="1" dirty="0">
                <a:solidFill>
                  <a:schemeClr val="tx1"/>
                </a:solidFill>
              </a:rPr>
              <a:t>Ensures safe credit buying and selling</a:t>
            </a:r>
            <a:endParaRPr lang="en-IN" b="1" dirty="0">
              <a:ln w="0"/>
              <a:solidFill>
                <a:schemeClr val="tx1"/>
              </a:solidFill>
              <a:effectLst>
                <a:outerShdw blurRad="38100" dist="19050" dir="2700000" algn="tl" rotWithShape="0">
                  <a:schemeClr val="dk1">
                    <a:alpha val="40000"/>
                  </a:schemeClr>
                </a:outerShdw>
              </a:effectLst>
            </a:endParaRPr>
          </a:p>
        </p:txBody>
      </p:sp>
      <p:sp>
        <p:nvSpPr>
          <p:cNvPr id="18" name="Rectangle: Rounded Corners 17">
            <a:extLst>
              <a:ext uri="{FF2B5EF4-FFF2-40B4-BE49-F238E27FC236}">
                <a16:creationId xmlns:a16="http://schemas.microsoft.com/office/drawing/2014/main" id="{97255652-4B25-BD26-B01F-A2D163D8AE5A}"/>
              </a:ext>
            </a:extLst>
          </p:cNvPr>
          <p:cNvSpPr/>
          <p:nvPr/>
        </p:nvSpPr>
        <p:spPr>
          <a:xfrm>
            <a:off x="3969325" y="4021279"/>
            <a:ext cx="7055428" cy="602672"/>
          </a:xfrm>
          <a:prstGeom prst="roundRect">
            <a:avLst/>
          </a:prstGeom>
          <a:solidFill>
            <a:srgbClr val="FFCCCC"/>
          </a:solidFill>
        </p:spPr>
        <p:style>
          <a:lnRef idx="1">
            <a:schemeClr val="accent6"/>
          </a:lnRef>
          <a:fillRef idx="3">
            <a:schemeClr val="accent6"/>
          </a:fillRef>
          <a:effectRef idx="2">
            <a:schemeClr val="accent6"/>
          </a:effectRef>
          <a:fontRef idx="minor">
            <a:schemeClr val="lt1"/>
          </a:fontRef>
        </p:style>
        <p:txBody>
          <a:bodyPr rtlCol="0" anchor="ctr"/>
          <a:lstStyle/>
          <a:p>
            <a:pPr algn="ctr"/>
            <a:r>
              <a:rPr lang="en-IN" b="1" dirty="0">
                <a:solidFill>
                  <a:schemeClr val="tx1"/>
                </a:solidFill>
              </a:rPr>
              <a:t>Combines related project and company data</a:t>
            </a:r>
            <a:endParaRPr lang="en-IN" b="1" dirty="0">
              <a:ln w="0"/>
              <a:solidFill>
                <a:schemeClr val="tx1"/>
              </a:solidFill>
              <a:effectLst>
                <a:outerShdw blurRad="38100" dist="19050" dir="2700000" algn="tl" rotWithShape="0">
                  <a:schemeClr val="dk1">
                    <a:alpha val="40000"/>
                  </a:schemeClr>
                </a:outerShdw>
              </a:effectLst>
            </a:endParaRPr>
          </a:p>
        </p:txBody>
      </p:sp>
      <p:sp>
        <p:nvSpPr>
          <p:cNvPr id="20" name="Rectangle: Rounded Corners 19">
            <a:extLst>
              <a:ext uri="{FF2B5EF4-FFF2-40B4-BE49-F238E27FC236}">
                <a16:creationId xmlns:a16="http://schemas.microsoft.com/office/drawing/2014/main" id="{F7920806-53C8-DD24-1878-C698A1F3F55C}"/>
              </a:ext>
            </a:extLst>
          </p:cNvPr>
          <p:cNvSpPr/>
          <p:nvPr/>
        </p:nvSpPr>
        <p:spPr>
          <a:xfrm>
            <a:off x="467592" y="4935678"/>
            <a:ext cx="2088572" cy="602672"/>
          </a:xfrm>
          <a:prstGeom prst="roundRect">
            <a:avLst/>
          </a:prstGeom>
        </p:spPr>
        <p:style>
          <a:lnRef idx="1">
            <a:schemeClr val="accent4"/>
          </a:lnRef>
          <a:fillRef idx="3">
            <a:schemeClr val="accent4"/>
          </a:fillRef>
          <a:effectRef idx="2">
            <a:schemeClr val="accent4"/>
          </a:effectRef>
          <a:fontRef idx="minor">
            <a:schemeClr val="lt1"/>
          </a:fontRef>
        </p:style>
        <p:txBody>
          <a:bodyPr rtlCol="0" anchor="ctr"/>
          <a:lstStyle/>
          <a:p>
            <a:pPr algn="ctr"/>
            <a:r>
              <a:rPr lang="en-IN" b="1" dirty="0">
                <a:solidFill>
                  <a:schemeClr val="tx1"/>
                </a:solidFill>
              </a:rPr>
              <a:t>Aggregate Functions</a:t>
            </a:r>
            <a:endParaRPr lang="en-IN" b="1" dirty="0">
              <a:ln w="0"/>
              <a:solidFill>
                <a:schemeClr val="tx1"/>
              </a:solidFill>
              <a:effectLst>
                <a:outerShdw blurRad="38100" dist="19050" dir="2700000" algn="tl" rotWithShape="0">
                  <a:schemeClr val="dk1">
                    <a:alpha val="40000"/>
                  </a:schemeClr>
                </a:outerShdw>
              </a:effectLst>
            </a:endParaRPr>
          </a:p>
        </p:txBody>
      </p:sp>
      <p:sp>
        <p:nvSpPr>
          <p:cNvPr id="22" name="Rectangle: Rounded Corners 21">
            <a:extLst>
              <a:ext uri="{FF2B5EF4-FFF2-40B4-BE49-F238E27FC236}">
                <a16:creationId xmlns:a16="http://schemas.microsoft.com/office/drawing/2014/main" id="{A60059A7-1DEE-3B79-50BE-BFCBE0991CAC}"/>
              </a:ext>
            </a:extLst>
          </p:cNvPr>
          <p:cNvSpPr/>
          <p:nvPr/>
        </p:nvSpPr>
        <p:spPr>
          <a:xfrm>
            <a:off x="3969325" y="4935678"/>
            <a:ext cx="7055428" cy="602672"/>
          </a:xfrm>
          <a:prstGeom prst="roundRect">
            <a:avLst/>
          </a:prstGeom>
          <a:solidFill>
            <a:srgbClr val="FFCCCC"/>
          </a:solidFill>
        </p:spPr>
        <p:style>
          <a:lnRef idx="1">
            <a:schemeClr val="accent6"/>
          </a:lnRef>
          <a:fillRef idx="3">
            <a:schemeClr val="accent6"/>
          </a:fillRef>
          <a:effectRef idx="2">
            <a:schemeClr val="accent6"/>
          </a:effectRef>
          <a:fontRef idx="minor">
            <a:schemeClr val="lt1"/>
          </a:fontRef>
        </p:style>
        <p:txBody>
          <a:bodyPr rtlCol="0" anchor="ctr"/>
          <a:lstStyle/>
          <a:p>
            <a:pPr algn="ctr"/>
            <a:r>
              <a:rPr lang="en-IN" b="1" dirty="0">
                <a:solidFill>
                  <a:schemeClr val="tx1"/>
                </a:solidFill>
              </a:rPr>
              <a:t>Calculates total credits and transactions</a:t>
            </a:r>
            <a:endParaRPr lang="en-IN" b="1" dirty="0">
              <a:ln w="0"/>
              <a:solidFill>
                <a:schemeClr val="tx1"/>
              </a:solidFill>
              <a:effectLst>
                <a:outerShdw blurRad="38100" dist="19050" dir="2700000" algn="tl" rotWithShape="0">
                  <a:schemeClr val="dk1">
                    <a:alpha val="40000"/>
                  </a:schemeClr>
                </a:outerShdw>
              </a:effectLst>
            </a:endParaRPr>
          </a:p>
        </p:txBody>
      </p:sp>
      <p:sp>
        <p:nvSpPr>
          <p:cNvPr id="23" name="Arrow: Right 22">
            <a:extLst>
              <a:ext uri="{FF2B5EF4-FFF2-40B4-BE49-F238E27FC236}">
                <a16:creationId xmlns:a16="http://schemas.microsoft.com/office/drawing/2014/main" id="{96511BD8-82AB-41BA-C22A-F9CB2E7FFEAC}"/>
              </a:ext>
            </a:extLst>
          </p:cNvPr>
          <p:cNvSpPr/>
          <p:nvPr/>
        </p:nvSpPr>
        <p:spPr>
          <a:xfrm>
            <a:off x="2783931" y="1361630"/>
            <a:ext cx="978408" cy="484632"/>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b="1">
              <a:solidFill>
                <a:schemeClr val="tx1"/>
              </a:solidFill>
            </a:endParaRPr>
          </a:p>
        </p:txBody>
      </p:sp>
      <p:sp>
        <p:nvSpPr>
          <p:cNvPr id="27" name="Arrow: Right 26">
            <a:extLst>
              <a:ext uri="{FF2B5EF4-FFF2-40B4-BE49-F238E27FC236}">
                <a16:creationId xmlns:a16="http://schemas.microsoft.com/office/drawing/2014/main" id="{5706121A-ABD8-7135-40A5-CE11141E6BDA}"/>
              </a:ext>
            </a:extLst>
          </p:cNvPr>
          <p:cNvSpPr/>
          <p:nvPr/>
        </p:nvSpPr>
        <p:spPr>
          <a:xfrm>
            <a:off x="2783931" y="2293069"/>
            <a:ext cx="978408" cy="484632"/>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b="1">
              <a:solidFill>
                <a:schemeClr val="tx1"/>
              </a:solidFill>
            </a:endParaRPr>
          </a:p>
        </p:txBody>
      </p:sp>
      <p:sp>
        <p:nvSpPr>
          <p:cNvPr id="29" name="Arrow: Right 28">
            <a:extLst>
              <a:ext uri="{FF2B5EF4-FFF2-40B4-BE49-F238E27FC236}">
                <a16:creationId xmlns:a16="http://schemas.microsoft.com/office/drawing/2014/main" id="{925930AC-7B8A-ACBD-1D02-0E0F10492E97}"/>
              </a:ext>
            </a:extLst>
          </p:cNvPr>
          <p:cNvSpPr/>
          <p:nvPr/>
        </p:nvSpPr>
        <p:spPr>
          <a:xfrm>
            <a:off x="2783931" y="3165900"/>
            <a:ext cx="978408" cy="484632"/>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b="1">
              <a:solidFill>
                <a:schemeClr val="tx1"/>
              </a:solidFill>
            </a:endParaRPr>
          </a:p>
        </p:txBody>
      </p:sp>
      <p:sp>
        <p:nvSpPr>
          <p:cNvPr id="31" name="Arrow: Right 30">
            <a:extLst>
              <a:ext uri="{FF2B5EF4-FFF2-40B4-BE49-F238E27FC236}">
                <a16:creationId xmlns:a16="http://schemas.microsoft.com/office/drawing/2014/main" id="{1AA01D1E-5E7B-3840-E721-9AC85DF85B91}"/>
              </a:ext>
            </a:extLst>
          </p:cNvPr>
          <p:cNvSpPr/>
          <p:nvPr/>
        </p:nvSpPr>
        <p:spPr>
          <a:xfrm>
            <a:off x="2783931" y="4080299"/>
            <a:ext cx="978408" cy="484632"/>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b="1">
              <a:solidFill>
                <a:schemeClr val="tx1"/>
              </a:solidFill>
            </a:endParaRPr>
          </a:p>
        </p:txBody>
      </p:sp>
      <p:sp>
        <p:nvSpPr>
          <p:cNvPr id="33" name="Arrow: Right 32">
            <a:extLst>
              <a:ext uri="{FF2B5EF4-FFF2-40B4-BE49-F238E27FC236}">
                <a16:creationId xmlns:a16="http://schemas.microsoft.com/office/drawing/2014/main" id="{023495D7-1535-A28B-4C16-E0584372F2D7}"/>
              </a:ext>
            </a:extLst>
          </p:cNvPr>
          <p:cNvSpPr/>
          <p:nvPr/>
        </p:nvSpPr>
        <p:spPr>
          <a:xfrm>
            <a:off x="2774372" y="4973782"/>
            <a:ext cx="978408" cy="484632"/>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b="1">
              <a:solidFill>
                <a:schemeClr val="tx1"/>
              </a:solidFill>
            </a:endParaRPr>
          </a:p>
        </p:txBody>
      </p:sp>
    </p:spTree>
    <p:extLst>
      <p:ext uri="{BB962C8B-B14F-4D97-AF65-F5344CB8AC3E}">
        <p14:creationId xmlns:p14="http://schemas.microsoft.com/office/powerpoint/2010/main" val="29825649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AF0826E5-F969-B1F3-E79D-DD8674FC401E}"/>
              </a:ext>
            </a:extLst>
          </p:cNvPr>
          <p:cNvSpPr/>
          <p:nvPr/>
        </p:nvSpPr>
        <p:spPr>
          <a:xfrm>
            <a:off x="872834" y="1007919"/>
            <a:ext cx="3086101" cy="1465118"/>
          </a:xfrm>
          <a:prstGeom prst="roundRect">
            <a:avLst/>
          </a:prstGeom>
          <a:solidFill>
            <a:schemeClr val="tx2">
              <a:lumMod val="25000"/>
              <a:lumOff val="75000"/>
            </a:schemeClr>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IN" b="1" dirty="0">
              <a:solidFill>
                <a:schemeClr val="tx1"/>
              </a:solidFill>
            </a:endParaRPr>
          </a:p>
          <a:p>
            <a:r>
              <a:rPr lang="en-IN" b="1" dirty="0">
                <a:solidFill>
                  <a:schemeClr val="tx1"/>
                </a:solidFill>
              </a:rPr>
              <a:t>Select</a:t>
            </a:r>
          </a:p>
          <a:p>
            <a:endParaRPr lang="en-US" sz="1600" b="1" dirty="0">
              <a:solidFill>
                <a:schemeClr val="tx1"/>
              </a:solidFill>
            </a:endParaRPr>
          </a:p>
          <a:p>
            <a:r>
              <a:rPr lang="en-US" sz="1400" b="1" dirty="0">
                <a:solidFill>
                  <a:schemeClr val="tx1"/>
                </a:solidFill>
              </a:rPr>
              <a:t>SELECT * FROM users;</a:t>
            </a:r>
          </a:p>
          <a:p>
            <a:r>
              <a:rPr lang="en-US" sz="1400" b="1" dirty="0">
                <a:solidFill>
                  <a:schemeClr val="tx1"/>
                </a:solidFill>
              </a:rPr>
              <a:t>SELECT * FROM projects;</a:t>
            </a:r>
            <a:endParaRPr lang="en-IN" sz="1400" b="1" dirty="0">
              <a:solidFill>
                <a:schemeClr val="tx1"/>
              </a:solidFill>
            </a:endParaRPr>
          </a:p>
          <a:p>
            <a:endParaRPr lang="en-IN" sz="1600" b="1" dirty="0">
              <a:solidFill>
                <a:schemeClr val="tx1"/>
              </a:solidFill>
            </a:endParaRPr>
          </a:p>
          <a:p>
            <a:r>
              <a:rPr lang="en-IN" sz="1400" b="1" dirty="0">
                <a:solidFill>
                  <a:schemeClr val="tx1"/>
                </a:solidFill>
              </a:rPr>
              <a:t> </a:t>
            </a:r>
          </a:p>
        </p:txBody>
      </p:sp>
      <p:sp>
        <p:nvSpPr>
          <p:cNvPr id="9" name="Rectangle: Rounded Corners 8">
            <a:extLst>
              <a:ext uri="{FF2B5EF4-FFF2-40B4-BE49-F238E27FC236}">
                <a16:creationId xmlns:a16="http://schemas.microsoft.com/office/drawing/2014/main" id="{139F4C64-5CBD-2BF5-6E70-E5FADAE07C28}"/>
              </a:ext>
            </a:extLst>
          </p:cNvPr>
          <p:cNvSpPr/>
          <p:nvPr/>
        </p:nvSpPr>
        <p:spPr>
          <a:xfrm>
            <a:off x="4552949" y="1007919"/>
            <a:ext cx="3209060" cy="1465118"/>
          </a:xfrm>
          <a:prstGeom prst="roundRect">
            <a:avLst/>
          </a:prstGeom>
          <a:solidFill>
            <a:schemeClr val="tx2">
              <a:lumMod val="25000"/>
              <a:lumOff val="75000"/>
            </a:schemeClr>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IN" sz="1400" b="1" dirty="0">
              <a:solidFill>
                <a:schemeClr val="tx1"/>
              </a:solidFill>
            </a:endParaRPr>
          </a:p>
          <a:p>
            <a:endParaRPr lang="en-IN" sz="1400" b="1" dirty="0">
              <a:solidFill>
                <a:schemeClr val="tx1"/>
              </a:solidFill>
            </a:endParaRPr>
          </a:p>
          <a:p>
            <a:endParaRPr lang="en-IN" sz="1400" b="1" dirty="0">
              <a:solidFill>
                <a:schemeClr val="tx1"/>
              </a:solidFill>
            </a:endParaRPr>
          </a:p>
          <a:p>
            <a:r>
              <a:rPr lang="en-IN" b="1" dirty="0">
                <a:solidFill>
                  <a:schemeClr val="tx1"/>
                </a:solidFill>
              </a:rPr>
              <a:t>Insert</a:t>
            </a:r>
          </a:p>
          <a:p>
            <a:endParaRPr lang="en-IN" b="1" dirty="0">
              <a:solidFill>
                <a:schemeClr val="tx1"/>
              </a:solidFill>
            </a:endParaRPr>
          </a:p>
          <a:p>
            <a:r>
              <a:rPr lang="en-US" sz="1400" b="1" dirty="0">
                <a:solidFill>
                  <a:schemeClr val="tx1"/>
                </a:solidFill>
              </a:rPr>
              <a:t>INSERT INTO users VALUES(...);</a:t>
            </a:r>
          </a:p>
          <a:p>
            <a:r>
              <a:rPr lang="en-US" sz="1400" b="1" dirty="0">
                <a:solidFill>
                  <a:schemeClr val="tx1"/>
                </a:solidFill>
              </a:rPr>
              <a:t>INSERT INTO projects VALUES (...);</a:t>
            </a:r>
            <a:endParaRPr lang="en-IN" sz="1400" b="1" dirty="0">
              <a:solidFill>
                <a:schemeClr val="tx1"/>
              </a:solidFill>
            </a:endParaRPr>
          </a:p>
          <a:p>
            <a:endParaRPr lang="en-IN" sz="1400" b="1" dirty="0">
              <a:solidFill>
                <a:schemeClr val="tx1"/>
              </a:solidFill>
            </a:endParaRPr>
          </a:p>
          <a:p>
            <a:endParaRPr lang="en-IN" sz="1400" b="1" dirty="0">
              <a:solidFill>
                <a:schemeClr val="tx1"/>
              </a:solidFill>
            </a:endParaRPr>
          </a:p>
          <a:p>
            <a:r>
              <a:rPr lang="en-IN" sz="1400" b="1" dirty="0">
                <a:solidFill>
                  <a:schemeClr val="tx1"/>
                </a:solidFill>
              </a:rPr>
              <a:t> </a:t>
            </a:r>
          </a:p>
        </p:txBody>
      </p:sp>
      <p:sp>
        <p:nvSpPr>
          <p:cNvPr id="11" name="Rectangle: Rounded Corners 10">
            <a:extLst>
              <a:ext uri="{FF2B5EF4-FFF2-40B4-BE49-F238E27FC236}">
                <a16:creationId xmlns:a16="http://schemas.microsoft.com/office/drawing/2014/main" id="{DD735665-2C12-8EBE-2431-4612F5C930D7}"/>
              </a:ext>
            </a:extLst>
          </p:cNvPr>
          <p:cNvSpPr/>
          <p:nvPr/>
        </p:nvSpPr>
        <p:spPr>
          <a:xfrm>
            <a:off x="8361214" y="1007919"/>
            <a:ext cx="3086101" cy="1465118"/>
          </a:xfrm>
          <a:prstGeom prst="roundRect">
            <a:avLst/>
          </a:prstGeom>
          <a:solidFill>
            <a:schemeClr val="tx2">
              <a:lumMod val="25000"/>
              <a:lumOff val="75000"/>
            </a:schemeClr>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IN" b="1" dirty="0">
              <a:solidFill>
                <a:schemeClr val="tx1"/>
              </a:solidFill>
            </a:endParaRPr>
          </a:p>
          <a:p>
            <a:endParaRPr lang="en-IN" b="1" dirty="0">
              <a:solidFill>
                <a:schemeClr val="tx1"/>
              </a:solidFill>
            </a:endParaRPr>
          </a:p>
          <a:p>
            <a:r>
              <a:rPr lang="en-IN" b="1" dirty="0">
                <a:solidFill>
                  <a:schemeClr val="tx1"/>
                </a:solidFill>
              </a:rPr>
              <a:t>Update</a:t>
            </a:r>
          </a:p>
          <a:p>
            <a:endParaRPr lang="en-IN" b="1" dirty="0">
              <a:solidFill>
                <a:schemeClr val="tx1"/>
              </a:solidFill>
            </a:endParaRPr>
          </a:p>
          <a:p>
            <a:r>
              <a:rPr lang="en-US" sz="1400" b="1" dirty="0">
                <a:solidFill>
                  <a:schemeClr val="tx1"/>
                </a:solidFill>
              </a:rPr>
              <a:t>UPDATE projects</a:t>
            </a:r>
          </a:p>
          <a:p>
            <a:r>
              <a:rPr lang="en-US" sz="1400" b="1" dirty="0">
                <a:solidFill>
                  <a:schemeClr val="tx1"/>
                </a:solidFill>
              </a:rPr>
              <a:t>SET status='APPROVED'</a:t>
            </a:r>
          </a:p>
          <a:p>
            <a:r>
              <a:rPr lang="en-US" sz="1400" b="1" dirty="0">
                <a:solidFill>
                  <a:schemeClr val="tx1"/>
                </a:solidFill>
              </a:rPr>
              <a:t>WHERE </a:t>
            </a:r>
            <a:r>
              <a:rPr lang="en-US" sz="1400" b="1" dirty="0" err="1">
                <a:solidFill>
                  <a:schemeClr val="tx1"/>
                </a:solidFill>
              </a:rPr>
              <a:t>project_id</a:t>
            </a:r>
            <a:r>
              <a:rPr lang="en-US" sz="1400" b="1" dirty="0">
                <a:solidFill>
                  <a:schemeClr val="tx1"/>
                </a:solidFill>
              </a:rPr>
              <a:t>=1;</a:t>
            </a:r>
            <a:endParaRPr lang="en-IN" sz="1400" b="1" dirty="0">
              <a:solidFill>
                <a:schemeClr val="tx1"/>
              </a:solidFill>
            </a:endParaRPr>
          </a:p>
          <a:p>
            <a:endParaRPr lang="en-IN" b="1" dirty="0">
              <a:solidFill>
                <a:schemeClr val="tx1"/>
              </a:solidFill>
            </a:endParaRPr>
          </a:p>
          <a:p>
            <a:r>
              <a:rPr lang="en-IN" b="1" dirty="0">
                <a:solidFill>
                  <a:schemeClr val="tx1"/>
                </a:solidFill>
              </a:rPr>
              <a:t> </a:t>
            </a:r>
          </a:p>
        </p:txBody>
      </p:sp>
      <p:sp>
        <p:nvSpPr>
          <p:cNvPr id="13" name="Rectangle: Rounded Corners 12">
            <a:extLst>
              <a:ext uri="{FF2B5EF4-FFF2-40B4-BE49-F238E27FC236}">
                <a16:creationId xmlns:a16="http://schemas.microsoft.com/office/drawing/2014/main" id="{E60F5D89-5972-50B4-62C1-456A54BACCC9}"/>
              </a:ext>
            </a:extLst>
          </p:cNvPr>
          <p:cNvSpPr/>
          <p:nvPr/>
        </p:nvSpPr>
        <p:spPr>
          <a:xfrm>
            <a:off x="872834" y="2919846"/>
            <a:ext cx="3086101" cy="1465118"/>
          </a:xfrm>
          <a:prstGeom prst="roundRect">
            <a:avLst/>
          </a:prstGeom>
          <a:solidFill>
            <a:schemeClr val="tx2">
              <a:lumMod val="25000"/>
              <a:lumOff val="75000"/>
            </a:schemeClr>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IN" b="1" dirty="0">
              <a:solidFill>
                <a:schemeClr val="tx1"/>
              </a:solidFill>
            </a:endParaRPr>
          </a:p>
          <a:p>
            <a:endParaRPr lang="en-IN" b="1" dirty="0">
              <a:solidFill>
                <a:schemeClr val="tx1"/>
              </a:solidFill>
            </a:endParaRPr>
          </a:p>
          <a:p>
            <a:r>
              <a:rPr lang="en-IN" b="1" dirty="0">
                <a:solidFill>
                  <a:schemeClr val="tx1"/>
                </a:solidFill>
              </a:rPr>
              <a:t>Delete</a:t>
            </a:r>
          </a:p>
          <a:p>
            <a:endParaRPr lang="en-US" b="1" dirty="0">
              <a:solidFill>
                <a:schemeClr val="tx1"/>
              </a:solidFill>
            </a:endParaRPr>
          </a:p>
          <a:p>
            <a:r>
              <a:rPr lang="en-US" sz="1400" b="1" dirty="0">
                <a:solidFill>
                  <a:schemeClr val="tx1"/>
                </a:solidFill>
              </a:rPr>
              <a:t>DELETE FROM projects</a:t>
            </a:r>
          </a:p>
          <a:p>
            <a:r>
              <a:rPr lang="en-US" sz="1400" b="1" dirty="0">
                <a:solidFill>
                  <a:schemeClr val="tx1"/>
                </a:solidFill>
              </a:rPr>
              <a:t>WHERE </a:t>
            </a:r>
            <a:r>
              <a:rPr lang="en-US" sz="1400" b="1" dirty="0" err="1">
                <a:solidFill>
                  <a:schemeClr val="tx1"/>
                </a:solidFill>
              </a:rPr>
              <a:t>project_id</a:t>
            </a:r>
            <a:r>
              <a:rPr lang="en-US" sz="1400" b="1" dirty="0">
                <a:solidFill>
                  <a:schemeClr val="tx1"/>
                </a:solidFill>
              </a:rPr>
              <a:t>=1;</a:t>
            </a:r>
            <a:endParaRPr lang="en-IN" sz="1400" b="1" dirty="0">
              <a:solidFill>
                <a:schemeClr val="tx1"/>
              </a:solidFill>
            </a:endParaRPr>
          </a:p>
          <a:p>
            <a:endParaRPr lang="en-IN" b="1" dirty="0">
              <a:solidFill>
                <a:schemeClr val="tx1"/>
              </a:solidFill>
            </a:endParaRPr>
          </a:p>
          <a:p>
            <a:endParaRPr lang="en-IN" b="1" dirty="0">
              <a:solidFill>
                <a:schemeClr val="tx1"/>
              </a:solidFill>
            </a:endParaRPr>
          </a:p>
          <a:p>
            <a:endParaRPr lang="en-IN" b="1" dirty="0">
              <a:solidFill>
                <a:schemeClr val="tx1"/>
              </a:solidFill>
            </a:endParaRPr>
          </a:p>
        </p:txBody>
      </p:sp>
      <p:sp>
        <p:nvSpPr>
          <p:cNvPr id="15" name="Rectangle: Rounded Corners 14">
            <a:extLst>
              <a:ext uri="{FF2B5EF4-FFF2-40B4-BE49-F238E27FC236}">
                <a16:creationId xmlns:a16="http://schemas.microsoft.com/office/drawing/2014/main" id="{79DCC60E-BC85-B7EB-7EAC-B8FDA56B7369}"/>
              </a:ext>
            </a:extLst>
          </p:cNvPr>
          <p:cNvSpPr/>
          <p:nvPr/>
        </p:nvSpPr>
        <p:spPr>
          <a:xfrm>
            <a:off x="872834" y="4831773"/>
            <a:ext cx="3086101" cy="1465118"/>
          </a:xfrm>
          <a:prstGeom prst="roundRect">
            <a:avLst/>
          </a:prstGeom>
          <a:solidFill>
            <a:schemeClr val="tx2">
              <a:lumMod val="25000"/>
              <a:lumOff val="75000"/>
            </a:schemeClr>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IN" b="1" dirty="0">
              <a:solidFill>
                <a:schemeClr val="tx1"/>
              </a:solidFill>
            </a:endParaRPr>
          </a:p>
          <a:p>
            <a:r>
              <a:rPr lang="en-IN" b="1" dirty="0">
                <a:solidFill>
                  <a:schemeClr val="tx1"/>
                </a:solidFill>
              </a:rPr>
              <a:t>Where</a:t>
            </a:r>
          </a:p>
          <a:p>
            <a:endParaRPr lang="en-US" sz="1400" b="1" dirty="0">
              <a:solidFill>
                <a:schemeClr val="tx1"/>
              </a:solidFill>
            </a:endParaRPr>
          </a:p>
          <a:p>
            <a:r>
              <a:rPr lang="en-US" sz="1400" b="1" dirty="0">
                <a:solidFill>
                  <a:schemeClr val="tx1"/>
                </a:solidFill>
              </a:rPr>
              <a:t>SELECT * FROM projects</a:t>
            </a:r>
          </a:p>
          <a:p>
            <a:r>
              <a:rPr lang="en-US" sz="1400" b="1" dirty="0">
                <a:solidFill>
                  <a:schemeClr val="tx1"/>
                </a:solidFill>
              </a:rPr>
              <a:t>WHERE status='APPROVED';</a:t>
            </a:r>
            <a:endParaRPr lang="en-IN" sz="1400" b="1" dirty="0">
              <a:solidFill>
                <a:schemeClr val="tx1"/>
              </a:solidFill>
            </a:endParaRPr>
          </a:p>
          <a:p>
            <a:endParaRPr lang="en-IN" b="1" dirty="0">
              <a:solidFill>
                <a:schemeClr val="tx1"/>
              </a:solidFill>
            </a:endParaRPr>
          </a:p>
          <a:p>
            <a:endParaRPr lang="en-IN" b="1" dirty="0">
              <a:solidFill>
                <a:schemeClr val="tx1"/>
              </a:solidFill>
            </a:endParaRPr>
          </a:p>
        </p:txBody>
      </p:sp>
      <p:sp>
        <p:nvSpPr>
          <p:cNvPr id="17" name="Rectangle: Rounded Corners 16">
            <a:extLst>
              <a:ext uri="{FF2B5EF4-FFF2-40B4-BE49-F238E27FC236}">
                <a16:creationId xmlns:a16="http://schemas.microsoft.com/office/drawing/2014/main" id="{CDAD54C3-1241-47FC-750C-1FD88D0CFF01}"/>
              </a:ext>
            </a:extLst>
          </p:cNvPr>
          <p:cNvSpPr/>
          <p:nvPr/>
        </p:nvSpPr>
        <p:spPr>
          <a:xfrm>
            <a:off x="4552949" y="2919846"/>
            <a:ext cx="3209060" cy="1465118"/>
          </a:xfrm>
          <a:prstGeom prst="roundRect">
            <a:avLst/>
          </a:prstGeom>
          <a:solidFill>
            <a:schemeClr val="tx2">
              <a:lumMod val="25000"/>
              <a:lumOff val="75000"/>
            </a:schemeClr>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IN" b="1" dirty="0">
              <a:solidFill>
                <a:schemeClr val="tx1"/>
              </a:solidFill>
            </a:endParaRPr>
          </a:p>
          <a:p>
            <a:endParaRPr lang="en-IN" b="1" dirty="0">
              <a:solidFill>
                <a:schemeClr val="tx1"/>
              </a:solidFill>
            </a:endParaRPr>
          </a:p>
          <a:p>
            <a:endParaRPr lang="en-IN" b="1" dirty="0">
              <a:solidFill>
                <a:schemeClr val="tx1"/>
              </a:solidFill>
            </a:endParaRPr>
          </a:p>
          <a:p>
            <a:r>
              <a:rPr lang="en-IN" b="1" dirty="0">
                <a:solidFill>
                  <a:schemeClr val="tx1"/>
                </a:solidFill>
              </a:rPr>
              <a:t>Join</a:t>
            </a:r>
          </a:p>
          <a:p>
            <a:endParaRPr lang="en-US" sz="1400" b="1" dirty="0">
              <a:solidFill>
                <a:schemeClr val="tx1"/>
              </a:solidFill>
            </a:endParaRPr>
          </a:p>
          <a:p>
            <a:r>
              <a:rPr lang="en-US" sz="1400" b="1" dirty="0">
                <a:solidFill>
                  <a:schemeClr val="tx1"/>
                </a:solidFill>
              </a:rPr>
              <a:t>SELECT </a:t>
            </a:r>
            <a:r>
              <a:rPr lang="en-US" sz="1400" b="1" dirty="0" err="1">
                <a:solidFill>
                  <a:schemeClr val="tx1"/>
                </a:solidFill>
              </a:rPr>
              <a:t>company_name</a:t>
            </a:r>
            <a:r>
              <a:rPr lang="en-US" sz="1400" b="1" dirty="0">
                <a:solidFill>
                  <a:schemeClr val="tx1"/>
                </a:solidFill>
              </a:rPr>
              <a:t>, </a:t>
            </a:r>
            <a:r>
              <a:rPr lang="en-US" sz="1400" b="1" dirty="0" err="1">
                <a:solidFill>
                  <a:schemeClr val="tx1"/>
                </a:solidFill>
              </a:rPr>
              <a:t>project_name</a:t>
            </a:r>
            <a:endParaRPr lang="en-US" sz="1400" b="1" dirty="0">
              <a:solidFill>
                <a:schemeClr val="tx1"/>
              </a:solidFill>
            </a:endParaRPr>
          </a:p>
          <a:p>
            <a:r>
              <a:rPr lang="en-US" sz="1400" b="1" dirty="0">
                <a:solidFill>
                  <a:schemeClr val="tx1"/>
                </a:solidFill>
              </a:rPr>
              <a:t>FROM companies</a:t>
            </a:r>
          </a:p>
          <a:p>
            <a:r>
              <a:rPr lang="en-US" sz="1400" b="1" dirty="0">
                <a:solidFill>
                  <a:schemeClr val="tx1"/>
                </a:solidFill>
              </a:rPr>
              <a:t>JOIN projects;</a:t>
            </a:r>
            <a:endParaRPr lang="en-IN" sz="1400" b="1" dirty="0">
              <a:solidFill>
                <a:schemeClr val="tx1"/>
              </a:solidFill>
            </a:endParaRPr>
          </a:p>
          <a:p>
            <a:endParaRPr lang="en-IN" b="1" dirty="0">
              <a:solidFill>
                <a:schemeClr val="tx1"/>
              </a:solidFill>
            </a:endParaRPr>
          </a:p>
          <a:p>
            <a:endParaRPr lang="en-IN" b="1" dirty="0">
              <a:solidFill>
                <a:schemeClr val="tx1"/>
              </a:solidFill>
            </a:endParaRPr>
          </a:p>
          <a:p>
            <a:r>
              <a:rPr lang="en-IN" b="1" dirty="0">
                <a:solidFill>
                  <a:schemeClr val="tx1"/>
                </a:solidFill>
              </a:rPr>
              <a:t> </a:t>
            </a:r>
          </a:p>
        </p:txBody>
      </p:sp>
      <p:sp>
        <p:nvSpPr>
          <p:cNvPr id="19" name="Rectangle: Rounded Corners 18">
            <a:extLst>
              <a:ext uri="{FF2B5EF4-FFF2-40B4-BE49-F238E27FC236}">
                <a16:creationId xmlns:a16="http://schemas.microsoft.com/office/drawing/2014/main" id="{49858320-ABFB-8347-D700-1ED5E036A19B}"/>
              </a:ext>
            </a:extLst>
          </p:cNvPr>
          <p:cNvSpPr/>
          <p:nvPr/>
        </p:nvSpPr>
        <p:spPr>
          <a:xfrm>
            <a:off x="4552949" y="4821382"/>
            <a:ext cx="3209060" cy="1465118"/>
          </a:xfrm>
          <a:prstGeom prst="roundRect">
            <a:avLst/>
          </a:prstGeom>
          <a:solidFill>
            <a:schemeClr val="tx2">
              <a:lumMod val="25000"/>
              <a:lumOff val="75000"/>
            </a:schemeClr>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IN" b="1" dirty="0">
              <a:solidFill>
                <a:schemeClr val="tx1"/>
              </a:solidFill>
            </a:endParaRPr>
          </a:p>
          <a:p>
            <a:endParaRPr lang="en-IN" b="1" dirty="0">
              <a:solidFill>
                <a:schemeClr val="tx1"/>
              </a:solidFill>
            </a:endParaRPr>
          </a:p>
          <a:p>
            <a:r>
              <a:rPr lang="en-IN" b="1" dirty="0">
                <a:solidFill>
                  <a:schemeClr val="tx1"/>
                </a:solidFill>
              </a:rPr>
              <a:t>Aggregate</a:t>
            </a:r>
          </a:p>
          <a:p>
            <a:endParaRPr lang="en-IN" b="1" dirty="0">
              <a:solidFill>
                <a:schemeClr val="tx1"/>
              </a:solidFill>
            </a:endParaRPr>
          </a:p>
          <a:p>
            <a:r>
              <a:rPr lang="en-IN" sz="1400" b="1" dirty="0">
                <a:solidFill>
                  <a:schemeClr val="tx1"/>
                </a:solidFill>
              </a:rPr>
              <a:t>SUM()</a:t>
            </a:r>
          </a:p>
          <a:p>
            <a:r>
              <a:rPr lang="en-IN" sz="1400" b="1" dirty="0">
                <a:solidFill>
                  <a:schemeClr val="tx1"/>
                </a:solidFill>
              </a:rPr>
              <a:t>COUNT()</a:t>
            </a:r>
          </a:p>
          <a:p>
            <a:r>
              <a:rPr lang="en-IN" sz="1400" b="1" dirty="0">
                <a:solidFill>
                  <a:schemeClr val="tx1"/>
                </a:solidFill>
              </a:rPr>
              <a:t>AVG()</a:t>
            </a:r>
          </a:p>
          <a:p>
            <a:endParaRPr lang="en-IN" b="1" dirty="0">
              <a:solidFill>
                <a:schemeClr val="tx1"/>
              </a:solidFill>
            </a:endParaRPr>
          </a:p>
          <a:p>
            <a:endParaRPr lang="en-IN" b="1" dirty="0">
              <a:solidFill>
                <a:schemeClr val="tx1"/>
              </a:solidFill>
            </a:endParaRPr>
          </a:p>
        </p:txBody>
      </p:sp>
      <p:sp>
        <p:nvSpPr>
          <p:cNvPr id="21" name="Rectangle: Rounded Corners 20">
            <a:extLst>
              <a:ext uri="{FF2B5EF4-FFF2-40B4-BE49-F238E27FC236}">
                <a16:creationId xmlns:a16="http://schemas.microsoft.com/office/drawing/2014/main" id="{A5427658-DC61-647B-C9B0-39914C2F8258}"/>
              </a:ext>
            </a:extLst>
          </p:cNvPr>
          <p:cNvSpPr/>
          <p:nvPr/>
        </p:nvSpPr>
        <p:spPr>
          <a:xfrm>
            <a:off x="8361212" y="2919846"/>
            <a:ext cx="3086101" cy="1465118"/>
          </a:xfrm>
          <a:prstGeom prst="roundRect">
            <a:avLst/>
          </a:prstGeom>
          <a:solidFill>
            <a:schemeClr val="tx2">
              <a:lumMod val="25000"/>
              <a:lumOff val="75000"/>
            </a:schemeClr>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IN" b="1" dirty="0">
              <a:solidFill>
                <a:schemeClr val="tx1"/>
              </a:solidFill>
            </a:endParaRPr>
          </a:p>
          <a:p>
            <a:endParaRPr lang="en-IN" b="1" dirty="0">
              <a:solidFill>
                <a:schemeClr val="tx1"/>
              </a:solidFill>
            </a:endParaRPr>
          </a:p>
          <a:p>
            <a:r>
              <a:rPr lang="en-IN" b="1" dirty="0">
                <a:solidFill>
                  <a:schemeClr val="tx1"/>
                </a:solidFill>
              </a:rPr>
              <a:t>Order by</a:t>
            </a:r>
          </a:p>
          <a:p>
            <a:endParaRPr lang="en-US" sz="1400" b="1" dirty="0">
              <a:solidFill>
                <a:schemeClr val="tx1"/>
              </a:solidFill>
            </a:endParaRPr>
          </a:p>
          <a:p>
            <a:r>
              <a:rPr lang="en-US" sz="1400" b="1" dirty="0">
                <a:solidFill>
                  <a:schemeClr val="tx1"/>
                </a:solidFill>
              </a:rPr>
              <a:t>SELECT * FROM projects</a:t>
            </a:r>
          </a:p>
          <a:p>
            <a:r>
              <a:rPr lang="en-US" sz="1400" b="1" dirty="0">
                <a:solidFill>
                  <a:schemeClr val="tx1"/>
                </a:solidFill>
              </a:rPr>
              <a:t>ORDER BY </a:t>
            </a:r>
            <a:r>
              <a:rPr lang="en-US" sz="1400" b="1" dirty="0" err="1">
                <a:solidFill>
                  <a:schemeClr val="tx1"/>
                </a:solidFill>
              </a:rPr>
              <a:t>created_at</a:t>
            </a:r>
            <a:r>
              <a:rPr lang="en-US" sz="1400" b="1" dirty="0">
                <a:solidFill>
                  <a:schemeClr val="tx1"/>
                </a:solidFill>
              </a:rPr>
              <a:t> DESC;</a:t>
            </a:r>
            <a:endParaRPr lang="en-IN" sz="1400" b="1" dirty="0">
              <a:solidFill>
                <a:schemeClr val="tx1"/>
              </a:solidFill>
            </a:endParaRPr>
          </a:p>
          <a:p>
            <a:endParaRPr lang="en-IN" b="1" dirty="0">
              <a:solidFill>
                <a:schemeClr val="tx1"/>
              </a:solidFill>
            </a:endParaRPr>
          </a:p>
          <a:p>
            <a:endParaRPr lang="en-IN" b="1" dirty="0">
              <a:solidFill>
                <a:schemeClr val="tx1"/>
              </a:solidFill>
            </a:endParaRPr>
          </a:p>
          <a:p>
            <a:endParaRPr lang="en-IN" b="1" dirty="0">
              <a:solidFill>
                <a:schemeClr val="tx1"/>
              </a:solidFill>
            </a:endParaRPr>
          </a:p>
        </p:txBody>
      </p:sp>
      <p:sp>
        <p:nvSpPr>
          <p:cNvPr id="23" name="Rectangle: Rounded Corners 22">
            <a:extLst>
              <a:ext uri="{FF2B5EF4-FFF2-40B4-BE49-F238E27FC236}">
                <a16:creationId xmlns:a16="http://schemas.microsoft.com/office/drawing/2014/main" id="{01F5CC28-C521-B0D2-C140-F6B9F677336D}"/>
              </a:ext>
            </a:extLst>
          </p:cNvPr>
          <p:cNvSpPr/>
          <p:nvPr/>
        </p:nvSpPr>
        <p:spPr>
          <a:xfrm>
            <a:off x="8361212" y="4831773"/>
            <a:ext cx="3086101" cy="1465118"/>
          </a:xfrm>
          <a:prstGeom prst="roundRect">
            <a:avLst/>
          </a:prstGeom>
          <a:solidFill>
            <a:schemeClr val="tx2">
              <a:lumMod val="25000"/>
              <a:lumOff val="75000"/>
            </a:schemeClr>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IN" b="1" dirty="0">
              <a:solidFill>
                <a:schemeClr val="tx1"/>
              </a:solidFill>
            </a:endParaRPr>
          </a:p>
          <a:p>
            <a:endParaRPr lang="en-IN" b="1" dirty="0">
              <a:solidFill>
                <a:schemeClr val="tx1"/>
              </a:solidFill>
            </a:endParaRPr>
          </a:p>
          <a:p>
            <a:endParaRPr lang="en-IN" b="1" dirty="0">
              <a:solidFill>
                <a:schemeClr val="tx1"/>
              </a:solidFill>
            </a:endParaRPr>
          </a:p>
          <a:p>
            <a:r>
              <a:rPr lang="en-IN" b="1" dirty="0">
                <a:solidFill>
                  <a:schemeClr val="tx1"/>
                </a:solidFill>
              </a:rPr>
              <a:t>Credit Difference</a:t>
            </a:r>
          </a:p>
          <a:p>
            <a:endParaRPr lang="en-US" sz="1400" b="1" dirty="0">
              <a:solidFill>
                <a:schemeClr val="tx1"/>
              </a:solidFill>
            </a:endParaRPr>
          </a:p>
          <a:p>
            <a:r>
              <a:rPr lang="en-US" sz="1400" b="1" dirty="0">
                <a:solidFill>
                  <a:schemeClr val="tx1"/>
                </a:solidFill>
              </a:rPr>
              <a:t>Available Credits =</a:t>
            </a:r>
          </a:p>
          <a:p>
            <a:r>
              <a:rPr lang="en-US" sz="1400" b="1" dirty="0">
                <a:solidFill>
                  <a:schemeClr val="tx1"/>
                </a:solidFill>
              </a:rPr>
              <a:t>Registered Credits - Reported Credits</a:t>
            </a:r>
            <a:endParaRPr lang="en-IN" sz="1400" b="1" dirty="0">
              <a:solidFill>
                <a:schemeClr val="tx1"/>
              </a:solidFill>
            </a:endParaRPr>
          </a:p>
          <a:p>
            <a:endParaRPr lang="en-IN" b="1" dirty="0">
              <a:solidFill>
                <a:schemeClr val="tx1"/>
              </a:solidFill>
            </a:endParaRPr>
          </a:p>
          <a:p>
            <a:endParaRPr lang="en-IN" b="1" dirty="0">
              <a:solidFill>
                <a:schemeClr val="tx1"/>
              </a:solidFill>
            </a:endParaRPr>
          </a:p>
          <a:p>
            <a:endParaRPr lang="en-IN" b="1" dirty="0">
              <a:solidFill>
                <a:schemeClr val="tx1"/>
              </a:solidFill>
            </a:endParaRPr>
          </a:p>
        </p:txBody>
      </p:sp>
      <p:sp>
        <p:nvSpPr>
          <p:cNvPr id="25" name="Rectangle: Rounded Corners 24">
            <a:extLst>
              <a:ext uri="{FF2B5EF4-FFF2-40B4-BE49-F238E27FC236}">
                <a16:creationId xmlns:a16="http://schemas.microsoft.com/office/drawing/2014/main" id="{3776CE3B-8E50-DBCE-EA8D-4335B2E5597D}"/>
              </a:ext>
            </a:extLst>
          </p:cNvPr>
          <p:cNvSpPr/>
          <p:nvPr/>
        </p:nvSpPr>
        <p:spPr>
          <a:xfrm>
            <a:off x="3695611" y="146087"/>
            <a:ext cx="4560426" cy="625032"/>
          </a:xfrm>
          <a:prstGeom prst="roundRect">
            <a:avLst/>
          </a:prstGeom>
          <a:solidFill>
            <a:schemeClr val="bg2">
              <a:lumMod val="75000"/>
            </a:schemeClr>
          </a:solidFill>
          <a:ln>
            <a:solidFill>
              <a:srgbClr val="7030A0"/>
            </a:solidFill>
          </a:ln>
          <a:effectLst>
            <a:glow rad="101600">
              <a:schemeClr val="accent1">
                <a:satMod val="175000"/>
                <a:alpha val="40000"/>
              </a:schemeClr>
            </a:glow>
            <a:reflection blurRad="6350" stA="50000" endA="275" endPos="40000" dist="101600" dir="5400000" sy="-100000" algn="bl" rotWithShape="0"/>
          </a:effectLst>
          <a:scene3d>
            <a:camera prst="orthographicFront"/>
            <a:lightRig rig="threePt" dir="t"/>
          </a:scene3d>
          <a:sp3d>
            <a:bevelT prst="angle"/>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000" b="1" dirty="0">
                <a:ln w="0"/>
                <a:solidFill>
                  <a:schemeClr val="tx1"/>
                </a:solidFill>
                <a:effectLst>
                  <a:outerShdw blurRad="38100" dist="19050" dir="2700000" algn="tl" rotWithShape="0">
                    <a:schemeClr val="dk1">
                      <a:alpha val="40000"/>
                    </a:schemeClr>
                  </a:outerShdw>
                </a:effectLst>
              </a:rPr>
              <a:t>SQL OPERATIONS &amp; QUERIES</a:t>
            </a:r>
          </a:p>
        </p:txBody>
      </p:sp>
    </p:spTree>
    <p:extLst>
      <p:ext uri="{BB962C8B-B14F-4D97-AF65-F5344CB8AC3E}">
        <p14:creationId xmlns:p14="http://schemas.microsoft.com/office/powerpoint/2010/main" val="423944897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Rounded Corners 4">
            <a:extLst>
              <a:ext uri="{FF2B5EF4-FFF2-40B4-BE49-F238E27FC236}">
                <a16:creationId xmlns:a16="http://schemas.microsoft.com/office/drawing/2014/main" id="{4570D026-B36C-0213-BDE3-DE5EB2845EB6}"/>
              </a:ext>
            </a:extLst>
          </p:cNvPr>
          <p:cNvSpPr/>
          <p:nvPr/>
        </p:nvSpPr>
        <p:spPr>
          <a:xfrm>
            <a:off x="2916292" y="198042"/>
            <a:ext cx="6186143" cy="625032"/>
          </a:xfrm>
          <a:prstGeom prst="roundRect">
            <a:avLst/>
          </a:prstGeom>
          <a:solidFill>
            <a:schemeClr val="bg2">
              <a:lumMod val="75000"/>
            </a:schemeClr>
          </a:solidFill>
          <a:ln>
            <a:solidFill>
              <a:srgbClr val="7030A0"/>
            </a:solidFill>
          </a:ln>
          <a:effectLst>
            <a:glow rad="101600">
              <a:schemeClr val="accent1">
                <a:satMod val="175000"/>
                <a:alpha val="40000"/>
              </a:schemeClr>
            </a:glow>
            <a:reflection blurRad="6350" stA="50000" endA="275" endPos="40000" dist="101600" dir="5400000" sy="-100000" algn="bl" rotWithShape="0"/>
          </a:effectLst>
          <a:scene3d>
            <a:camera prst="orthographicFront"/>
            <a:lightRig rig="threePt" dir="t"/>
          </a:scene3d>
          <a:sp3d>
            <a:bevelT prst="angle"/>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000" b="1" dirty="0">
                <a:solidFill>
                  <a:srgbClr val="666699"/>
                </a:solidFill>
              </a:rPr>
              <a:t>Algorithm: Carbon Credit Management System</a:t>
            </a:r>
            <a:endParaRPr lang="en-IN" sz="2000" b="1" dirty="0">
              <a:ln w="0"/>
              <a:solidFill>
                <a:srgbClr val="666699"/>
              </a:solidFill>
              <a:effectLst>
                <a:outerShdw blurRad="38100" dist="19050" dir="2700000" algn="tl" rotWithShape="0">
                  <a:schemeClr val="dk1">
                    <a:alpha val="40000"/>
                  </a:schemeClr>
                </a:outerShdw>
              </a:effectLst>
            </a:endParaRPr>
          </a:p>
        </p:txBody>
      </p:sp>
      <p:sp>
        <p:nvSpPr>
          <p:cNvPr id="7" name="TextBox 6">
            <a:extLst>
              <a:ext uri="{FF2B5EF4-FFF2-40B4-BE49-F238E27FC236}">
                <a16:creationId xmlns:a16="http://schemas.microsoft.com/office/drawing/2014/main" id="{51ACB0A2-048B-7215-4C8F-C1B861F0DE05}"/>
              </a:ext>
            </a:extLst>
          </p:cNvPr>
          <p:cNvSpPr txBox="1"/>
          <p:nvPr/>
        </p:nvSpPr>
        <p:spPr>
          <a:xfrm>
            <a:off x="792305" y="917912"/>
            <a:ext cx="9463521" cy="5940088"/>
          </a:xfrm>
          <a:prstGeom prst="rect">
            <a:avLst/>
          </a:prstGeom>
          <a:noFill/>
        </p:spPr>
        <p:txBody>
          <a:bodyPr wrap="square">
            <a:spAutoFit/>
          </a:bodyPr>
          <a:lstStyle/>
          <a:p>
            <a:pPr>
              <a:buNone/>
            </a:pPr>
            <a:r>
              <a:rPr lang="en-IN" sz="2000" b="1" dirty="0"/>
              <a:t>Step 1: Start</a:t>
            </a:r>
          </a:p>
          <a:p>
            <a:pPr>
              <a:buNone/>
            </a:pPr>
            <a:endParaRPr lang="en-IN" sz="2000" dirty="0"/>
          </a:p>
          <a:p>
            <a:pPr>
              <a:buNone/>
            </a:pPr>
            <a:r>
              <a:rPr lang="en-IN" sz="2000" b="1" dirty="0"/>
              <a:t>Step 2: User Registration &amp; Login</a:t>
            </a:r>
            <a:endParaRPr lang="en-IN" sz="2000" dirty="0"/>
          </a:p>
          <a:p>
            <a:pPr marL="342900" lvl="0" indent="-342900">
              <a:buFont typeface="Wingdings" panose="05000000000000000000" pitchFamily="2" charset="2"/>
              <a:buChar char="q"/>
            </a:pPr>
            <a:r>
              <a:rPr lang="en-IN" sz="2000" dirty="0"/>
              <a:t>User registers with required details. </a:t>
            </a:r>
          </a:p>
          <a:p>
            <a:pPr marL="342900" lvl="0" indent="-342900">
              <a:buFont typeface="Wingdings" panose="05000000000000000000" pitchFamily="2" charset="2"/>
              <a:buChar char="q"/>
            </a:pPr>
            <a:r>
              <a:rPr lang="en-IN" sz="2000" dirty="0"/>
              <a:t>System verifies user credentials. </a:t>
            </a:r>
          </a:p>
          <a:p>
            <a:pPr marL="342900" lvl="0" indent="-342900">
              <a:buFont typeface="Wingdings" panose="05000000000000000000" pitchFamily="2" charset="2"/>
              <a:buChar char="q"/>
            </a:pPr>
            <a:r>
              <a:rPr lang="en-IN" sz="2000" dirty="0"/>
              <a:t>User accesses the system dashboard. </a:t>
            </a:r>
          </a:p>
          <a:p>
            <a:pPr lvl="0"/>
            <a:endParaRPr lang="en-IN" sz="2000" dirty="0"/>
          </a:p>
          <a:p>
            <a:pPr>
              <a:buNone/>
            </a:pPr>
            <a:r>
              <a:rPr lang="en-IN" sz="2000" b="1" dirty="0"/>
              <a:t>Step 3: Company Registration</a:t>
            </a:r>
            <a:endParaRPr lang="en-IN" sz="2000" dirty="0"/>
          </a:p>
          <a:p>
            <a:pPr marL="342900" lvl="0" indent="-342900">
              <a:buFont typeface="Wingdings" panose="05000000000000000000" pitchFamily="2" charset="2"/>
              <a:buChar char="q"/>
            </a:pPr>
            <a:r>
              <a:rPr lang="en-IN" sz="2000" dirty="0"/>
              <a:t>Store company details in the database. </a:t>
            </a:r>
          </a:p>
          <a:p>
            <a:pPr marL="342900" lvl="0" indent="-342900">
              <a:buFont typeface="Wingdings" panose="05000000000000000000" pitchFamily="2" charset="2"/>
              <a:buChar char="q"/>
            </a:pPr>
            <a:r>
              <a:rPr lang="en-IN" sz="2000" dirty="0"/>
              <a:t>Link users with their respective organizations.</a:t>
            </a:r>
          </a:p>
          <a:p>
            <a:pPr lvl="0"/>
            <a:r>
              <a:rPr lang="en-IN" sz="2000" dirty="0"/>
              <a:t> </a:t>
            </a:r>
          </a:p>
          <a:p>
            <a:pPr>
              <a:buNone/>
            </a:pPr>
            <a:r>
              <a:rPr lang="en-IN" sz="2000" b="1" dirty="0"/>
              <a:t>Step 4: Project Creation</a:t>
            </a:r>
            <a:endParaRPr lang="en-IN" sz="2000" dirty="0"/>
          </a:p>
          <a:p>
            <a:pPr marL="342900" lvl="0" indent="-342900">
              <a:buFont typeface="Wingdings" panose="05000000000000000000" pitchFamily="2" charset="2"/>
              <a:buChar char="q"/>
            </a:pPr>
            <a:r>
              <a:rPr lang="en-IN" sz="2000" dirty="0"/>
              <a:t>Company submits a new carbon reduction project. </a:t>
            </a:r>
          </a:p>
          <a:p>
            <a:pPr marL="342900" lvl="0" indent="-342900">
              <a:buFont typeface="Wingdings" panose="05000000000000000000" pitchFamily="2" charset="2"/>
              <a:buChar char="q"/>
            </a:pPr>
            <a:r>
              <a:rPr lang="en-IN" sz="2000" dirty="0"/>
              <a:t>Store project details in the Projects table.</a:t>
            </a:r>
          </a:p>
          <a:p>
            <a:pPr lvl="0"/>
            <a:r>
              <a:rPr lang="en-IN" sz="2000" dirty="0"/>
              <a:t> </a:t>
            </a:r>
          </a:p>
          <a:p>
            <a:pPr>
              <a:buNone/>
            </a:pPr>
            <a:r>
              <a:rPr lang="en-IN" sz="2000" b="1" dirty="0"/>
              <a:t>Step 5: Project Verification</a:t>
            </a:r>
            <a:endParaRPr lang="en-IN" sz="2000" dirty="0"/>
          </a:p>
          <a:p>
            <a:pPr marL="342900" lvl="0" indent="-342900">
              <a:buFont typeface="Wingdings" panose="05000000000000000000" pitchFamily="2" charset="2"/>
              <a:buChar char="q"/>
            </a:pPr>
            <a:r>
              <a:rPr lang="en-IN" sz="2000" dirty="0"/>
              <a:t>Send project approval request to verifier. </a:t>
            </a:r>
          </a:p>
          <a:p>
            <a:pPr marL="342900" lvl="0" indent="-342900">
              <a:buFont typeface="Wingdings" panose="05000000000000000000" pitchFamily="2" charset="2"/>
              <a:buChar char="q"/>
            </a:pPr>
            <a:r>
              <a:rPr lang="en-IN" sz="2000" dirty="0"/>
              <a:t>Verifier checks project information. </a:t>
            </a:r>
          </a:p>
          <a:p>
            <a:pPr marL="342900" lvl="0" indent="-342900">
              <a:buFont typeface="Wingdings" panose="05000000000000000000" pitchFamily="2" charset="2"/>
              <a:buChar char="q"/>
            </a:pPr>
            <a:r>
              <a:rPr lang="en-IN" sz="2000" dirty="0"/>
              <a:t>If approved, project status is updated.</a:t>
            </a:r>
          </a:p>
        </p:txBody>
      </p:sp>
      <p:pic>
        <p:nvPicPr>
          <p:cNvPr id="9" name="Picture 8">
            <a:extLst>
              <a:ext uri="{FF2B5EF4-FFF2-40B4-BE49-F238E27FC236}">
                <a16:creationId xmlns:a16="http://schemas.microsoft.com/office/drawing/2014/main" id="{1FA6226D-EB41-500E-0A6A-6CBF36699359}"/>
              </a:ext>
            </a:extLst>
          </p:cNvPr>
          <p:cNvPicPr>
            <a:picLocks noChangeAspect="1"/>
          </p:cNvPicPr>
          <p:nvPr/>
        </p:nvPicPr>
        <p:blipFill>
          <a:blip r:embed="rId2"/>
          <a:stretch>
            <a:fillRect/>
          </a:stretch>
        </p:blipFill>
        <p:spPr>
          <a:xfrm>
            <a:off x="9321405" y="4142996"/>
            <a:ext cx="2762636" cy="2715004"/>
          </a:xfrm>
          <a:prstGeom prst="rect">
            <a:avLst/>
          </a:prstGeom>
        </p:spPr>
      </p:pic>
    </p:spTree>
    <p:extLst>
      <p:ext uri="{BB962C8B-B14F-4D97-AF65-F5344CB8AC3E}">
        <p14:creationId xmlns:p14="http://schemas.microsoft.com/office/powerpoint/2010/main" val="391483626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BDA199DB-6FD5-77CB-80F0-6C4FE33E3E4C}"/>
              </a:ext>
            </a:extLst>
          </p:cNvPr>
          <p:cNvSpPr/>
          <p:nvPr/>
        </p:nvSpPr>
        <p:spPr>
          <a:xfrm>
            <a:off x="3002928" y="94838"/>
            <a:ext cx="6186143" cy="625032"/>
          </a:xfrm>
          <a:prstGeom prst="roundRect">
            <a:avLst/>
          </a:prstGeom>
          <a:solidFill>
            <a:schemeClr val="bg2">
              <a:lumMod val="75000"/>
            </a:schemeClr>
          </a:solidFill>
          <a:ln>
            <a:solidFill>
              <a:srgbClr val="7030A0"/>
            </a:solidFill>
          </a:ln>
          <a:effectLst>
            <a:glow rad="101600">
              <a:schemeClr val="accent1">
                <a:satMod val="175000"/>
                <a:alpha val="40000"/>
              </a:schemeClr>
            </a:glow>
            <a:reflection blurRad="6350" stA="50000" endA="275" endPos="40000" dist="101600" dir="5400000" sy="-100000" algn="bl" rotWithShape="0"/>
          </a:effectLst>
          <a:scene3d>
            <a:camera prst="orthographicFront"/>
            <a:lightRig rig="threePt" dir="t"/>
          </a:scene3d>
          <a:sp3d>
            <a:bevelT prst="angle"/>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000" b="1" dirty="0">
                <a:solidFill>
                  <a:srgbClr val="666699"/>
                </a:solidFill>
              </a:rPr>
              <a:t>Algorithm: Carbon Credit Management System</a:t>
            </a:r>
            <a:endParaRPr lang="en-IN" sz="2000" b="1" dirty="0">
              <a:ln w="0"/>
              <a:solidFill>
                <a:srgbClr val="666699"/>
              </a:solidFill>
              <a:effectLst>
                <a:outerShdw blurRad="38100" dist="19050" dir="2700000" algn="tl" rotWithShape="0">
                  <a:schemeClr val="dk1">
                    <a:alpha val="40000"/>
                  </a:schemeClr>
                </a:outerShdw>
              </a:effectLst>
            </a:endParaRPr>
          </a:p>
        </p:txBody>
      </p:sp>
      <p:sp>
        <p:nvSpPr>
          <p:cNvPr id="5" name="TextBox 4">
            <a:extLst>
              <a:ext uri="{FF2B5EF4-FFF2-40B4-BE49-F238E27FC236}">
                <a16:creationId xmlns:a16="http://schemas.microsoft.com/office/drawing/2014/main" id="{CBDB3618-72FE-422A-B3D1-DC23CDECE14E}"/>
              </a:ext>
            </a:extLst>
          </p:cNvPr>
          <p:cNvSpPr txBox="1"/>
          <p:nvPr/>
        </p:nvSpPr>
        <p:spPr>
          <a:xfrm>
            <a:off x="833869" y="823074"/>
            <a:ext cx="9931113" cy="5940088"/>
          </a:xfrm>
          <a:prstGeom prst="rect">
            <a:avLst/>
          </a:prstGeom>
          <a:noFill/>
        </p:spPr>
        <p:txBody>
          <a:bodyPr wrap="square">
            <a:spAutoFit/>
          </a:bodyPr>
          <a:lstStyle/>
          <a:p>
            <a:pPr>
              <a:buNone/>
            </a:pPr>
            <a:r>
              <a:rPr lang="en-IN" sz="2000" b="1" dirty="0"/>
              <a:t>Step 6: Carbon Credit Generation</a:t>
            </a:r>
            <a:endParaRPr lang="en-IN" sz="2000" dirty="0"/>
          </a:p>
          <a:p>
            <a:pPr marL="342900" lvl="0" indent="-342900">
              <a:buFont typeface="Wingdings" panose="05000000000000000000" pitchFamily="2" charset="2"/>
              <a:buChar char="q"/>
            </a:pPr>
            <a:r>
              <a:rPr lang="en-IN" sz="2000" dirty="0"/>
              <a:t>Calculate registered carbon credits based on approved projects. </a:t>
            </a:r>
          </a:p>
          <a:p>
            <a:pPr marL="342900" lvl="0" indent="-342900">
              <a:buFont typeface="Wingdings" panose="05000000000000000000" pitchFamily="2" charset="2"/>
              <a:buChar char="q"/>
            </a:pPr>
            <a:r>
              <a:rPr lang="en-IN" sz="2000" dirty="0"/>
              <a:t>Store generated credits in the Carbon Credits table. </a:t>
            </a:r>
          </a:p>
          <a:p>
            <a:pPr lvl="0"/>
            <a:endParaRPr lang="en-IN" sz="2000" dirty="0"/>
          </a:p>
          <a:p>
            <a:pPr>
              <a:buNone/>
            </a:pPr>
            <a:r>
              <a:rPr lang="en-IN" sz="2000" b="1" dirty="0"/>
              <a:t>Step 7: Project Completion Verification</a:t>
            </a:r>
            <a:endParaRPr lang="en-IN" sz="2000" dirty="0"/>
          </a:p>
          <a:p>
            <a:pPr marL="342900" lvl="0" indent="-342900">
              <a:buFont typeface="Wingdings" panose="05000000000000000000" pitchFamily="2" charset="2"/>
              <a:buChar char="q"/>
            </a:pPr>
            <a:r>
              <a:rPr lang="en-IN" sz="2000" dirty="0"/>
              <a:t>After project completion, verifier enters actual credits used. </a:t>
            </a:r>
          </a:p>
          <a:p>
            <a:pPr marL="342900" lvl="0" indent="-342900">
              <a:buFont typeface="Wingdings" panose="05000000000000000000" pitchFamily="2" charset="2"/>
              <a:buChar char="q"/>
            </a:pPr>
            <a:r>
              <a:rPr lang="en-IN" sz="2000" dirty="0"/>
              <a:t>Update reported carbon credits. </a:t>
            </a:r>
          </a:p>
          <a:p>
            <a:pPr lvl="0"/>
            <a:endParaRPr lang="en-IN" sz="2000" dirty="0"/>
          </a:p>
          <a:p>
            <a:pPr>
              <a:buNone/>
            </a:pPr>
            <a:r>
              <a:rPr lang="en-IN" sz="2000" b="1" dirty="0"/>
              <a:t>Step 8: Calculate Credit Difference</a:t>
            </a:r>
            <a:endParaRPr lang="en-IN" sz="2000" dirty="0"/>
          </a:p>
          <a:p>
            <a:pPr rtl="0">
              <a:buNone/>
            </a:pPr>
            <a:r>
              <a:rPr lang="en-IN" sz="2000" dirty="0">
                <a:latin typeface="+mn-lt"/>
              </a:rPr>
              <a:t>Credit Difference = Registered Credits - Reported Credits</a:t>
            </a:r>
          </a:p>
          <a:p>
            <a:pPr rtl="0">
              <a:buNone/>
            </a:pPr>
            <a:endParaRPr lang="en-IN" sz="2000" dirty="0">
              <a:latin typeface="+mn-lt"/>
            </a:endParaRPr>
          </a:p>
          <a:p>
            <a:pPr>
              <a:buNone/>
            </a:pPr>
            <a:r>
              <a:rPr lang="en-IN" sz="2000" b="1" dirty="0"/>
              <a:t>Step 9: Credit Decision</a:t>
            </a:r>
            <a:endParaRPr lang="en-IN" sz="2000" dirty="0"/>
          </a:p>
          <a:p>
            <a:pPr marL="342900" lvl="0" indent="-342900">
              <a:buFont typeface="Wingdings" panose="05000000000000000000" pitchFamily="2" charset="2"/>
              <a:buChar char="q"/>
            </a:pPr>
            <a:r>
              <a:rPr lang="en-IN" sz="2000" dirty="0"/>
              <a:t>If Credit Difference &lt; 0: </a:t>
            </a:r>
          </a:p>
          <a:p>
            <a:pPr marL="800100" lvl="1" indent="-342900">
              <a:buFont typeface="+mj-lt"/>
              <a:buAutoNum type="arabicPeriod"/>
            </a:pPr>
            <a:r>
              <a:rPr lang="en-IN" sz="2000" dirty="0"/>
              <a:t>Company cannot create new projects. </a:t>
            </a:r>
          </a:p>
          <a:p>
            <a:pPr marL="800100" lvl="1" indent="-342900">
              <a:buFont typeface="+mj-lt"/>
              <a:buAutoNum type="arabicPeriod"/>
            </a:pPr>
            <a:r>
              <a:rPr lang="en-IN" sz="2000" dirty="0"/>
              <a:t>Company must purchase credits from marketplace. </a:t>
            </a:r>
          </a:p>
          <a:p>
            <a:pPr marL="342900" lvl="0" indent="-342900">
              <a:buFont typeface="Wingdings" panose="05000000000000000000" pitchFamily="2" charset="2"/>
              <a:buChar char="q"/>
            </a:pPr>
            <a:r>
              <a:rPr lang="en-IN" sz="2000" dirty="0"/>
              <a:t>If Credit Difference &gt; 0: </a:t>
            </a:r>
          </a:p>
          <a:p>
            <a:pPr marL="800100" lvl="1" indent="-342900">
              <a:buFont typeface="+mj-lt"/>
              <a:buAutoNum type="arabicPeriod"/>
            </a:pPr>
            <a:r>
              <a:rPr lang="en-IN" sz="2000" dirty="0"/>
              <a:t>Company can sell excess credits. </a:t>
            </a:r>
          </a:p>
          <a:p>
            <a:pPr marL="800100" lvl="1" indent="-342900">
              <a:buFont typeface="+mj-lt"/>
              <a:buAutoNum type="arabicPeriod"/>
            </a:pPr>
            <a:r>
              <a:rPr lang="en-IN" sz="2000" dirty="0"/>
              <a:t>Verifier sets credit selling price. </a:t>
            </a:r>
          </a:p>
          <a:p>
            <a:pPr marL="800100" lvl="1" indent="-342900">
              <a:buFont typeface="+mj-lt"/>
              <a:buAutoNum type="arabicPeriod"/>
            </a:pPr>
            <a:r>
              <a:rPr lang="en-IN" sz="2000" dirty="0"/>
              <a:t>Company can request price modification.</a:t>
            </a:r>
          </a:p>
        </p:txBody>
      </p:sp>
      <p:pic>
        <p:nvPicPr>
          <p:cNvPr id="7" name="Picture 6">
            <a:extLst>
              <a:ext uri="{FF2B5EF4-FFF2-40B4-BE49-F238E27FC236}">
                <a16:creationId xmlns:a16="http://schemas.microsoft.com/office/drawing/2014/main" id="{6F55CE75-33BC-343A-44A4-8DBC1713C9D8}"/>
              </a:ext>
            </a:extLst>
          </p:cNvPr>
          <p:cNvPicPr>
            <a:picLocks noChangeAspect="1"/>
          </p:cNvPicPr>
          <p:nvPr/>
        </p:nvPicPr>
        <p:blipFill>
          <a:blip r:embed="rId2"/>
          <a:stretch>
            <a:fillRect/>
          </a:stretch>
        </p:blipFill>
        <p:spPr>
          <a:xfrm>
            <a:off x="9321405" y="4142996"/>
            <a:ext cx="2762636" cy="2715004"/>
          </a:xfrm>
          <a:prstGeom prst="rect">
            <a:avLst/>
          </a:prstGeom>
        </p:spPr>
      </p:pic>
    </p:spTree>
    <p:extLst>
      <p:ext uri="{BB962C8B-B14F-4D97-AF65-F5344CB8AC3E}">
        <p14:creationId xmlns:p14="http://schemas.microsoft.com/office/powerpoint/2010/main" val="197717963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5958068-C1D9-817F-4E1C-754FC47C5A0A}"/>
              </a:ext>
            </a:extLst>
          </p:cNvPr>
          <p:cNvSpPr txBox="1"/>
          <p:nvPr/>
        </p:nvSpPr>
        <p:spPr>
          <a:xfrm>
            <a:off x="1072862" y="1443841"/>
            <a:ext cx="6094268" cy="4401205"/>
          </a:xfrm>
          <a:prstGeom prst="rect">
            <a:avLst/>
          </a:prstGeom>
          <a:noFill/>
        </p:spPr>
        <p:txBody>
          <a:bodyPr wrap="square">
            <a:spAutoFit/>
          </a:bodyPr>
          <a:lstStyle/>
          <a:p>
            <a:pPr>
              <a:buNone/>
            </a:pPr>
            <a:r>
              <a:rPr lang="en-IN" sz="2000" b="1" dirty="0"/>
              <a:t>Step 10: Carbon Credit Trading</a:t>
            </a:r>
            <a:endParaRPr lang="en-IN" sz="2000" dirty="0"/>
          </a:p>
          <a:p>
            <a:pPr marL="342900" lvl="0" indent="-342900">
              <a:buFont typeface="Wingdings" panose="05000000000000000000" pitchFamily="2" charset="2"/>
              <a:buChar char="q"/>
            </a:pPr>
            <a:r>
              <a:rPr lang="en-IN" sz="2000" dirty="0"/>
              <a:t>Buyers purchase available credits. </a:t>
            </a:r>
          </a:p>
          <a:p>
            <a:pPr marL="342900" lvl="0" indent="-342900">
              <a:buFont typeface="Wingdings" panose="05000000000000000000" pitchFamily="2" charset="2"/>
              <a:buChar char="q"/>
            </a:pPr>
            <a:r>
              <a:rPr lang="en-IN" sz="2000" dirty="0"/>
              <a:t>Transaction details are stored. </a:t>
            </a:r>
          </a:p>
          <a:p>
            <a:pPr marL="342900" lvl="0" indent="-342900">
              <a:buFont typeface="Wingdings" panose="05000000000000000000" pitchFamily="2" charset="2"/>
              <a:buChar char="q"/>
            </a:pPr>
            <a:r>
              <a:rPr lang="en-IN" sz="2000" dirty="0"/>
              <a:t>Credit balance is updated automatically.</a:t>
            </a:r>
          </a:p>
          <a:p>
            <a:pPr lvl="0"/>
            <a:r>
              <a:rPr lang="en-IN" sz="2000" dirty="0"/>
              <a:t> </a:t>
            </a:r>
          </a:p>
          <a:p>
            <a:pPr>
              <a:buNone/>
            </a:pPr>
            <a:r>
              <a:rPr lang="en-IN" sz="2000" b="1" dirty="0"/>
              <a:t>Step 11: Generate Reports</a:t>
            </a:r>
            <a:endParaRPr lang="en-IN" sz="2000" dirty="0"/>
          </a:p>
          <a:p>
            <a:pPr marL="342900" lvl="0" indent="-342900">
              <a:buFont typeface="Wingdings" panose="05000000000000000000" pitchFamily="2" charset="2"/>
              <a:buChar char="q"/>
            </a:pPr>
            <a:r>
              <a:rPr lang="en-IN" sz="2000" dirty="0"/>
              <a:t>Display: </a:t>
            </a:r>
          </a:p>
          <a:p>
            <a:pPr marL="800100" lvl="1" indent="-342900">
              <a:buFont typeface="+mj-lt"/>
              <a:buAutoNum type="arabicPeriod"/>
            </a:pPr>
            <a:r>
              <a:rPr lang="en-IN" sz="2000" dirty="0"/>
              <a:t>Project status </a:t>
            </a:r>
          </a:p>
          <a:p>
            <a:pPr marL="800100" lvl="1" indent="-342900">
              <a:buFont typeface="+mj-lt"/>
              <a:buAutoNum type="arabicPeriod"/>
            </a:pPr>
            <a:r>
              <a:rPr lang="en-IN" sz="2000" dirty="0"/>
              <a:t>Registered credits </a:t>
            </a:r>
          </a:p>
          <a:p>
            <a:pPr marL="800100" lvl="1" indent="-342900">
              <a:buFont typeface="+mj-lt"/>
              <a:buAutoNum type="arabicPeriod"/>
            </a:pPr>
            <a:r>
              <a:rPr lang="en-IN" sz="2000" dirty="0"/>
              <a:t>Used credits </a:t>
            </a:r>
          </a:p>
          <a:p>
            <a:pPr marL="800100" lvl="1" indent="-342900">
              <a:buFont typeface="+mj-lt"/>
              <a:buAutoNum type="arabicPeriod"/>
            </a:pPr>
            <a:r>
              <a:rPr lang="en-IN" sz="2000" dirty="0"/>
              <a:t>Available credits </a:t>
            </a:r>
          </a:p>
          <a:p>
            <a:pPr marL="800100" lvl="1" indent="-342900">
              <a:buFont typeface="+mj-lt"/>
              <a:buAutoNum type="arabicPeriod"/>
            </a:pPr>
            <a:r>
              <a:rPr lang="en-IN" sz="2000" dirty="0"/>
              <a:t>Transaction history </a:t>
            </a:r>
          </a:p>
          <a:p>
            <a:pPr>
              <a:buNone/>
            </a:pPr>
            <a:endParaRPr lang="en-IN" sz="2000" b="1" dirty="0"/>
          </a:p>
          <a:p>
            <a:pPr>
              <a:buNone/>
            </a:pPr>
            <a:r>
              <a:rPr lang="en-IN" sz="2000" b="1" dirty="0"/>
              <a:t>Step 12: End</a:t>
            </a:r>
            <a:endParaRPr lang="en-IN" sz="2000" dirty="0"/>
          </a:p>
        </p:txBody>
      </p:sp>
      <p:sp>
        <p:nvSpPr>
          <p:cNvPr id="5" name="Rectangle: Rounded Corners 4">
            <a:extLst>
              <a:ext uri="{FF2B5EF4-FFF2-40B4-BE49-F238E27FC236}">
                <a16:creationId xmlns:a16="http://schemas.microsoft.com/office/drawing/2014/main" id="{341E6844-3C8D-7ACB-32F1-6488A69AF83F}"/>
              </a:ext>
            </a:extLst>
          </p:cNvPr>
          <p:cNvSpPr/>
          <p:nvPr/>
        </p:nvSpPr>
        <p:spPr>
          <a:xfrm>
            <a:off x="2955259" y="239606"/>
            <a:ext cx="6186143" cy="625032"/>
          </a:xfrm>
          <a:prstGeom prst="roundRect">
            <a:avLst/>
          </a:prstGeom>
          <a:solidFill>
            <a:schemeClr val="bg2">
              <a:lumMod val="75000"/>
            </a:schemeClr>
          </a:solidFill>
          <a:ln>
            <a:solidFill>
              <a:srgbClr val="7030A0"/>
            </a:solidFill>
          </a:ln>
          <a:effectLst>
            <a:glow rad="101600">
              <a:schemeClr val="accent1">
                <a:satMod val="175000"/>
                <a:alpha val="40000"/>
              </a:schemeClr>
            </a:glow>
            <a:reflection blurRad="6350" stA="50000" endA="275" endPos="40000" dist="101600" dir="5400000" sy="-100000" algn="bl" rotWithShape="0"/>
          </a:effectLst>
          <a:scene3d>
            <a:camera prst="orthographicFront"/>
            <a:lightRig rig="threePt" dir="t"/>
          </a:scene3d>
          <a:sp3d>
            <a:bevelT prst="angle"/>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000" b="1" dirty="0">
                <a:solidFill>
                  <a:srgbClr val="666699"/>
                </a:solidFill>
              </a:rPr>
              <a:t>Algorithm: Carbon Credit Management System</a:t>
            </a:r>
            <a:endParaRPr lang="en-IN" sz="2000" b="1" dirty="0">
              <a:ln w="0"/>
              <a:solidFill>
                <a:srgbClr val="666699"/>
              </a:solidFill>
              <a:effectLst>
                <a:outerShdw blurRad="38100" dist="19050" dir="2700000" algn="tl" rotWithShape="0">
                  <a:schemeClr val="dk1">
                    <a:alpha val="40000"/>
                  </a:schemeClr>
                </a:outerShdw>
              </a:effectLst>
            </a:endParaRPr>
          </a:p>
        </p:txBody>
      </p:sp>
      <p:pic>
        <p:nvPicPr>
          <p:cNvPr id="7" name="Picture 6">
            <a:extLst>
              <a:ext uri="{FF2B5EF4-FFF2-40B4-BE49-F238E27FC236}">
                <a16:creationId xmlns:a16="http://schemas.microsoft.com/office/drawing/2014/main" id="{603851C5-811C-DCBB-7E5D-47F73CEA35EA}"/>
              </a:ext>
            </a:extLst>
          </p:cNvPr>
          <p:cNvPicPr>
            <a:picLocks noChangeAspect="1"/>
          </p:cNvPicPr>
          <p:nvPr/>
        </p:nvPicPr>
        <p:blipFill>
          <a:blip r:embed="rId2"/>
          <a:stretch>
            <a:fillRect/>
          </a:stretch>
        </p:blipFill>
        <p:spPr>
          <a:xfrm>
            <a:off x="9321405" y="4142996"/>
            <a:ext cx="2762636" cy="2715004"/>
          </a:xfrm>
          <a:prstGeom prst="rect">
            <a:avLst/>
          </a:prstGeom>
        </p:spPr>
      </p:pic>
    </p:spTree>
    <p:extLst>
      <p:ext uri="{BB962C8B-B14F-4D97-AF65-F5344CB8AC3E}">
        <p14:creationId xmlns:p14="http://schemas.microsoft.com/office/powerpoint/2010/main" val="261085619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8A46DE24-7715-370A-0456-F6AD150CE1FD}"/>
              </a:ext>
            </a:extLst>
          </p:cNvPr>
          <p:cNvSpPr/>
          <p:nvPr/>
        </p:nvSpPr>
        <p:spPr>
          <a:xfrm>
            <a:off x="4125190" y="107713"/>
            <a:ext cx="3210791" cy="625032"/>
          </a:xfrm>
          <a:prstGeom prst="roundRect">
            <a:avLst/>
          </a:prstGeom>
          <a:solidFill>
            <a:schemeClr val="bg2">
              <a:lumMod val="75000"/>
            </a:schemeClr>
          </a:solidFill>
          <a:ln>
            <a:solidFill>
              <a:srgbClr val="7030A0"/>
            </a:solidFill>
          </a:ln>
          <a:effectLst>
            <a:glow rad="101600">
              <a:schemeClr val="accent1">
                <a:satMod val="175000"/>
                <a:alpha val="40000"/>
              </a:schemeClr>
            </a:glow>
            <a:reflection blurRad="6350" stA="50000" endA="275" endPos="40000" dist="101600" dir="5400000" sy="-100000" algn="bl" rotWithShape="0"/>
          </a:effectLst>
          <a:scene3d>
            <a:camera prst="orthographicFront"/>
            <a:lightRig rig="threePt" dir="t"/>
          </a:scene3d>
          <a:sp3d>
            <a:bevelT prst="angle"/>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000" b="1" dirty="0">
                <a:ln w="0"/>
                <a:solidFill>
                  <a:srgbClr val="666699"/>
                </a:solidFill>
                <a:effectLst>
                  <a:outerShdw blurRad="38100" dist="19050" dir="2700000" algn="tl" rotWithShape="0">
                    <a:schemeClr val="dk1">
                      <a:alpha val="40000"/>
                    </a:schemeClr>
                  </a:outerShdw>
                </a:effectLst>
              </a:rPr>
              <a:t>Completed  Work</a:t>
            </a:r>
          </a:p>
        </p:txBody>
      </p:sp>
      <p:sp>
        <p:nvSpPr>
          <p:cNvPr id="7" name="TextBox 6">
            <a:extLst>
              <a:ext uri="{FF2B5EF4-FFF2-40B4-BE49-F238E27FC236}">
                <a16:creationId xmlns:a16="http://schemas.microsoft.com/office/drawing/2014/main" id="{D3FF4303-B87A-1C2C-BB1D-880B78A43A45}"/>
              </a:ext>
            </a:extLst>
          </p:cNvPr>
          <p:cNvSpPr txBox="1"/>
          <p:nvPr/>
        </p:nvSpPr>
        <p:spPr>
          <a:xfrm>
            <a:off x="966355" y="1443841"/>
            <a:ext cx="10068789" cy="400110"/>
          </a:xfrm>
          <a:prstGeom prst="rect">
            <a:avLst/>
          </a:prstGeom>
          <a:noFill/>
        </p:spPr>
        <p:txBody>
          <a:bodyPr wrap="square">
            <a:spAutoFit/>
          </a:bodyPr>
          <a:lstStyle/>
          <a:p>
            <a:pPr marL="342900" lvl="0" indent="-342900">
              <a:buFont typeface="Wingdings" panose="05000000000000000000" pitchFamily="2" charset="2"/>
              <a:buChar char="q"/>
            </a:pPr>
            <a:endParaRPr lang="en-IN" sz="2000" dirty="0"/>
          </a:p>
        </p:txBody>
      </p:sp>
      <p:sp>
        <p:nvSpPr>
          <p:cNvPr id="9" name="TextBox 8">
            <a:extLst>
              <a:ext uri="{FF2B5EF4-FFF2-40B4-BE49-F238E27FC236}">
                <a16:creationId xmlns:a16="http://schemas.microsoft.com/office/drawing/2014/main" id="{B80D3AD2-76D2-966F-95F7-E1AC96288E9D}"/>
              </a:ext>
            </a:extLst>
          </p:cNvPr>
          <p:cNvSpPr txBox="1"/>
          <p:nvPr/>
        </p:nvSpPr>
        <p:spPr>
          <a:xfrm>
            <a:off x="415636" y="761433"/>
            <a:ext cx="10962407" cy="5940088"/>
          </a:xfrm>
          <a:prstGeom prst="rect">
            <a:avLst/>
          </a:prstGeom>
          <a:noFill/>
        </p:spPr>
        <p:txBody>
          <a:bodyPr wrap="square">
            <a:spAutoFit/>
          </a:bodyPr>
          <a:lstStyle/>
          <a:p>
            <a:pPr marL="342900" lvl="0" indent="-342900">
              <a:buFont typeface="Wingdings" panose="05000000000000000000" pitchFamily="2" charset="2"/>
              <a:buChar char="q"/>
            </a:pPr>
            <a:r>
              <a:rPr lang="en-IN" sz="2000" dirty="0"/>
              <a:t>Developed a Carbon Credit Management System for organizations. </a:t>
            </a:r>
          </a:p>
          <a:p>
            <a:pPr lvl="0"/>
            <a:endParaRPr lang="en-IN" sz="2000" dirty="0"/>
          </a:p>
          <a:p>
            <a:pPr marL="342900" lvl="0" indent="-342900">
              <a:buFont typeface="Wingdings" panose="05000000000000000000" pitchFamily="2" charset="2"/>
              <a:buChar char="q"/>
            </a:pPr>
            <a:r>
              <a:rPr lang="en-IN" sz="2000" dirty="0"/>
              <a:t>Implemented user authentication and role-based access. </a:t>
            </a:r>
          </a:p>
          <a:p>
            <a:pPr lvl="0"/>
            <a:endParaRPr lang="en-IN" sz="2000" dirty="0"/>
          </a:p>
          <a:p>
            <a:pPr marL="342900" lvl="0" indent="-342900">
              <a:buFont typeface="Wingdings" panose="05000000000000000000" pitchFamily="2" charset="2"/>
              <a:buChar char="q"/>
            </a:pPr>
            <a:r>
              <a:rPr lang="en-IN" sz="2000" dirty="0"/>
              <a:t>Designed a MySQL database with related tables and relationships. </a:t>
            </a:r>
          </a:p>
          <a:p>
            <a:pPr lvl="0"/>
            <a:endParaRPr lang="en-IN" sz="2000" dirty="0"/>
          </a:p>
          <a:p>
            <a:pPr marL="342900" lvl="0" indent="-342900">
              <a:buFont typeface="Wingdings" panose="05000000000000000000" pitchFamily="2" charset="2"/>
              <a:buChar char="q"/>
            </a:pPr>
            <a:r>
              <a:rPr lang="en-IN" sz="2000" dirty="0"/>
              <a:t>Applied DBMS concepts like keys, constraints, views, procedures, and triggers. </a:t>
            </a:r>
          </a:p>
          <a:p>
            <a:pPr lvl="0"/>
            <a:endParaRPr lang="en-IN" sz="2000" dirty="0"/>
          </a:p>
          <a:p>
            <a:pPr marL="342900" lvl="0" indent="-342900">
              <a:buFont typeface="Wingdings" panose="05000000000000000000" pitchFamily="2" charset="2"/>
              <a:buChar char="q"/>
            </a:pPr>
            <a:r>
              <a:rPr lang="en-IN" sz="2000" dirty="0"/>
              <a:t>Created project registration and verifier approval workflow.</a:t>
            </a:r>
          </a:p>
          <a:p>
            <a:pPr lvl="0"/>
            <a:r>
              <a:rPr lang="en-IN" sz="2000" dirty="0"/>
              <a:t> </a:t>
            </a:r>
          </a:p>
          <a:p>
            <a:pPr marL="342900" lvl="0" indent="-342900">
              <a:buFont typeface="Wingdings" panose="05000000000000000000" pitchFamily="2" charset="2"/>
              <a:buChar char="q"/>
            </a:pPr>
            <a:r>
              <a:rPr lang="en-IN" sz="2000" dirty="0"/>
              <a:t>Implemented carbon credit calculation and balance monitoring. </a:t>
            </a:r>
          </a:p>
          <a:p>
            <a:pPr lvl="0"/>
            <a:endParaRPr lang="en-IN" sz="2000" dirty="0"/>
          </a:p>
          <a:p>
            <a:pPr marL="342900" lvl="0" indent="-342900">
              <a:buFont typeface="Wingdings" panose="05000000000000000000" pitchFamily="2" charset="2"/>
              <a:buChar char="q"/>
            </a:pPr>
            <a:r>
              <a:rPr lang="en-IN" sz="2000" dirty="0"/>
              <a:t>Developed credit buying and selling marketplace. </a:t>
            </a:r>
          </a:p>
          <a:p>
            <a:pPr lvl="0"/>
            <a:endParaRPr lang="en-IN" sz="2000" dirty="0"/>
          </a:p>
          <a:p>
            <a:pPr marL="342900" lvl="0" indent="-342900">
              <a:buFont typeface="Wingdings" panose="05000000000000000000" pitchFamily="2" charset="2"/>
              <a:buChar char="q"/>
            </a:pPr>
            <a:r>
              <a:rPr lang="en-IN" sz="2000" dirty="0"/>
              <a:t>Managed secure carbon credit transactions. </a:t>
            </a:r>
          </a:p>
          <a:p>
            <a:pPr lvl="0"/>
            <a:endParaRPr lang="en-IN" sz="2000" dirty="0"/>
          </a:p>
          <a:p>
            <a:pPr marL="342900" lvl="0" indent="-342900">
              <a:buFont typeface="Wingdings" panose="05000000000000000000" pitchFamily="2" charset="2"/>
              <a:buChar char="q"/>
            </a:pPr>
            <a:r>
              <a:rPr lang="en-IN" sz="2000" dirty="0"/>
              <a:t>Created dashboards for projects, credits, and transaction tracking.</a:t>
            </a:r>
          </a:p>
          <a:p>
            <a:pPr lvl="0"/>
            <a:r>
              <a:rPr lang="en-IN" sz="2000" dirty="0"/>
              <a:t> </a:t>
            </a:r>
          </a:p>
          <a:p>
            <a:pPr marL="342900" lvl="0" indent="-342900">
              <a:buFont typeface="Wingdings" panose="05000000000000000000" pitchFamily="2" charset="2"/>
              <a:buChar char="q"/>
            </a:pPr>
            <a:r>
              <a:rPr lang="en-IN" sz="2000" dirty="0"/>
              <a:t>Tested and validated database operations and system functionality.</a:t>
            </a:r>
          </a:p>
        </p:txBody>
      </p:sp>
      <p:pic>
        <p:nvPicPr>
          <p:cNvPr id="11" name="Picture 10">
            <a:extLst>
              <a:ext uri="{FF2B5EF4-FFF2-40B4-BE49-F238E27FC236}">
                <a16:creationId xmlns:a16="http://schemas.microsoft.com/office/drawing/2014/main" id="{728B06FC-1356-BFF7-AE1C-8F8CDE0B133D}"/>
              </a:ext>
            </a:extLst>
          </p:cNvPr>
          <p:cNvPicPr>
            <a:picLocks noChangeAspect="1"/>
          </p:cNvPicPr>
          <p:nvPr/>
        </p:nvPicPr>
        <p:blipFill>
          <a:blip r:embed="rId2"/>
          <a:stretch>
            <a:fillRect/>
          </a:stretch>
        </p:blipFill>
        <p:spPr>
          <a:xfrm>
            <a:off x="9321405" y="4142996"/>
            <a:ext cx="2762636" cy="2715004"/>
          </a:xfrm>
          <a:prstGeom prst="rect">
            <a:avLst/>
          </a:prstGeom>
        </p:spPr>
      </p:pic>
    </p:spTree>
    <p:extLst>
      <p:ext uri="{BB962C8B-B14F-4D97-AF65-F5344CB8AC3E}">
        <p14:creationId xmlns:p14="http://schemas.microsoft.com/office/powerpoint/2010/main" val="57865299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411871-5B75-D93C-ED76-B39ABB175B3F}"/>
            </a:ext>
          </a:extLst>
        </p:cNvPr>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791ED67C-0F8E-72C0-DB99-F1D396044662}"/>
              </a:ext>
            </a:extLst>
          </p:cNvPr>
          <p:cNvSpPr/>
          <p:nvPr/>
        </p:nvSpPr>
        <p:spPr>
          <a:xfrm>
            <a:off x="4239491" y="218824"/>
            <a:ext cx="2938029" cy="625032"/>
          </a:xfrm>
          <a:prstGeom prst="roundRect">
            <a:avLst/>
          </a:prstGeom>
          <a:solidFill>
            <a:schemeClr val="bg2">
              <a:lumMod val="75000"/>
            </a:schemeClr>
          </a:solidFill>
          <a:ln>
            <a:solidFill>
              <a:srgbClr val="7030A0"/>
            </a:solidFill>
          </a:ln>
          <a:effectLst>
            <a:glow rad="101600">
              <a:schemeClr val="accent1">
                <a:satMod val="175000"/>
                <a:alpha val="40000"/>
              </a:schemeClr>
            </a:glow>
            <a:reflection blurRad="6350" stA="50000" endA="275" endPos="40000" dist="101600" dir="5400000" sy="-100000" algn="bl" rotWithShape="0"/>
          </a:effectLst>
          <a:scene3d>
            <a:camera prst="orthographicFront"/>
            <a:lightRig rig="threePt" dir="t"/>
          </a:scene3d>
          <a:sp3d>
            <a:bevelT prst="angle"/>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000" b="1">
                <a:ln w="0"/>
                <a:solidFill>
                  <a:srgbClr val="666699"/>
                </a:solidFill>
                <a:effectLst>
                  <a:outerShdw blurRad="38100" dist="19050" dir="2700000" algn="tl" rotWithShape="0">
                    <a:schemeClr val="dk1">
                      <a:alpha val="40000"/>
                    </a:schemeClr>
                  </a:outerShdw>
                </a:effectLst>
              </a:rPr>
              <a:t>Future Work</a:t>
            </a:r>
            <a:endParaRPr lang="en-IN" sz="2000" b="1" dirty="0">
              <a:ln w="0"/>
              <a:solidFill>
                <a:srgbClr val="666699"/>
              </a:solidFill>
              <a:effectLst>
                <a:outerShdw blurRad="38100" dist="19050" dir="2700000" algn="tl" rotWithShape="0">
                  <a:schemeClr val="dk1">
                    <a:alpha val="40000"/>
                  </a:schemeClr>
                </a:outerShdw>
              </a:effectLst>
            </a:endParaRPr>
          </a:p>
        </p:txBody>
      </p:sp>
      <p:sp>
        <p:nvSpPr>
          <p:cNvPr id="7" name="TextBox 6">
            <a:extLst>
              <a:ext uri="{FF2B5EF4-FFF2-40B4-BE49-F238E27FC236}">
                <a16:creationId xmlns:a16="http://schemas.microsoft.com/office/drawing/2014/main" id="{CD45BAA0-13F9-29B0-EF72-E2D465841305}"/>
              </a:ext>
            </a:extLst>
          </p:cNvPr>
          <p:cNvSpPr txBox="1"/>
          <p:nvPr/>
        </p:nvSpPr>
        <p:spPr>
          <a:xfrm>
            <a:off x="966355" y="1443841"/>
            <a:ext cx="10068789" cy="4093428"/>
          </a:xfrm>
          <a:prstGeom prst="rect">
            <a:avLst/>
          </a:prstGeom>
          <a:noFill/>
        </p:spPr>
        <p:txBody>
          <a:bodyPr wrap="square">
            <a:spAutoFit/>
          </a:bodyPr>
          <a:lstStyle/>
          <a:p>
            <a:pPr marL="342900" lvl="0" indent="-342900">
              <a:buFont typeface="Wingdings" panose="05000000000000000000" pitchFamily="2" charset="2"/>
              <a:buChar char="q"/>
            </a:pPr>
            <a:r>
              <a:rPr lang="en-IN" sz="2000" dirty="0"/>
              <a:t>Integrate </a:t>
            </a:r>
            <a:r>
              <a:rPr lang="en-IN" sz="2000" b="1" dirty="0"/>
              <a:t>blockchain technology</a:t>
            </a:r>
            <a:r>
              <a:rPr lang="en-IN" sz="2000" dirty="0"/>
              <a:t> for secure and transparent carbon credit transactions. </a:t>
            </a:r>
          </a:p>
          <a:p>
            <a:pPr lvl="0"/>
            <a:endParaRPr lang="en-IN" sz="2000" dirty="0"/>
          </a:p>
          <a:p>
            <a:pPr marL="342900" lvl="0" indent="-342900">
              <a:buFont typeface="Wingdings" panose="05000000000000000000" pitchFamily="2" charset="2"/>
              <a:buChar char="q"/>
            </a:pPr>
            <a:r>
              <a:rPr lang="en-IN" sz="2000" dirty="0"/>
              <a:t>Implement </a:t>
            </a:r>
            <a:r>
              <a:rPr lang="en-IN" sz="2000" b="1" dirty="0"/>
              <a:t>AI-based carbon emission prediction</a:t>
            </a:r>
            <a:r>
              <a:rPr lang="en-IN" sz="2000" dirty="0"/>
              <a:t> for better credit estimation.</a:t>
            </a:r>
          </a:p>
          <a:p>
            <a:pPr lvl="0"/>
            <a:r>
              <a:rPr lang="en-IN" sz="2000" dirty="0"/>
              <a:t> </a:t>
            </a:r>
          </a:p>
          <a:p>
            <a:pPr marL="342900" lvl="0" indent="-342900">
              <a:buFont typeface="Wingdings" panose="05000000000000000000" pitchFamily="2" charset="2"/>
              <a:buChar char="q"/>
            </a:pPr>
            <a:r>
              <a:rPr lang="en-IN" sz="2000" dirty="0"/>
              <a:t>Develop a </a:t>
            </a:r>
            <a:r>
              <a:rPr lang="en-IN" sz="2000" b="1" dirty="0"/>
              <a:t>mobile application</a:t>
            </a:r>
            <a:r>
              <a:rPr lang="en-IN" sz="2000" dirty="0"/>
              <a:t> for easier access and management. </a:t>
            </a:r>
          </a:p>
          <a:p>
            <a:pPr lvl="0"/>
            <a:r>
              <a:rPr lang="en-IN" sz="2000" dirty="0" smtClean="0"/>
              <a:t> </a:t>
            </a:r>
            <a:endParaRPr lang="en-IN" sz="2000" dirty="0"/>
          </a:p>
          <a:p>
            <a:pPr marL="342900" lvl="0" indent="-342900">
              <a:buFont typeface="Wingdings" panose="05000000000000000000" pitchFamily="2" charset="2"/>
              <a:buChar char="q"/>
            </a:pPr>
            <a:r>
              <a:rPr lang="en-IN" sz="2000" dirty="0"/>
              <a:t>Introduce </a:t>
            </a:r>
            <a:r>
              <a:rPr lang="en-IN" sz="2000" b="1" dirty="0"/>
              <a:t>advanced analytics and visualization dashboards</a:t>
            </a:r>
            <a:r>
              <a:rPr lang="en-IN" sz="2000" dirty="0"/>
              <a:t> for better decision-making. </a:t>
            </a:r>
          </a:p>
          <a:p>
            <a:pPr lvl="0"/>
            <a:endParaRPr lang="en-IN" sz="2000" dirty="0"/>
          </a:p>
          <a:p>
            <a:pPr marL="342900" lvl="0" indent="-342900">
              <a:buFont typeface="Wingdings" panose="05000000000000000000" pitchFamily="2" charset="2"/>
              <a:buChar char="q"/>
            </a:pPr>
            <a:r>
              <a:rPr lang="en-IN" sz="2000" dirty="0"/>
              <a:t>Improve system scalability to support </a:t>
            </a:r>
            <a:r>
              <a:rPr lang="en-IN" sz="2000" b="1" dirty="0"/>
              <a:t>large organizations and multiple users</a:t>
            </a:r>
            <a:r>
              <a:rPr lang="en-IN" sz="2000" dirty="0"/>
              <a:t>.</a:t>
            </a:r>
          </a:p>
          <a:p>
            <a:pPr lvl="0"/>
            <a:r>
              <a:rPr lang="en-IN" sz="2000" dirty="0"/>
              <a:t> </a:t>
            </a:r>
          </a:p>
          <a:p>
            <a:pPr marL="342900" lvl="0" indent="-342900">
              <a:buFont typeface="Wingdings" panose="05000000000000000000" pitchFamily="2" charset="2"/>
              <a:buChar char="q"/>
            </a:pPr>
            <a:r>
              <a:rPr lang="en-IN" sz="2000" dirty="0" smtClean="0"/>
              <a:t>Automate </a:t>
            </a:r>
            <a:r>
              <a:rPr lang="en-IN" sz="2000" b="1" dirty="0" smtClean="0"/>
              <a:t>carbon footprint calculation</a:t>
            </a:r>
            <a:r>
              <a:rPr lang="en-IN" sz="2000" dirty="0" smtClean="0"/>
              <a:t> using real-time activity data. </a:t>
            </a:r>
            <a:endParaRPr lang="en-IN" sz="2000" dirty="0"/>
          </a:p>
        </p:txBody>
      </p:sp>
    </p:spTree>
    <p:extLst>
      <p:ext uri="{BB962C8B-B14F-4D97-AF65-F5344CB8AC3E}">
        <p14:creationId xmlns:p14="http://schemas.microsoft.com/office/powerpoint/2010/main" val="145153633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0D5A38F4-708E-7C3C-416D-50252CE6C573}"/>
              </a:ext>
            </a:extLst>
          </p:cNvPr>
          <p:cNvSpPr/>
          <p:nvPr/>
        </p:nvSpPr>
        <p:spPr>
          <a:xfrm>
            <a:off x="4239491" y="218824"/>
            <a:ext cx="2938029" cy="625032"/>
          </a:xfrm>
          <a:prstGeom prst="roundRect">
            <a:avLst/>
          </a:prstGeom>
          <a:solidFill>
            <a:schemeClr val="bg2">
              <a:lumMod val="75000"/>
            </a:schemeClr>
          </a:solidFill>
          <a:ln>
            <a:solidFill>
              <a:srgbClr val="7030A0"/>
            </a:solidFill>
          </a:ln>
          <a:effectLst>
            <a:glow rad="101600">
              <a:schemeClr val="accent1">
                <a:satMod val="175000"/>
                <a:alpha val="40000"/>
              </a:schemeClr>
            </a:glow>
            <a:reflection blurRad="6350" stA="50000" endA="275" endPos="40000" dist="101600" dir="5400000" sy="-100000" algn="bl" rotWithShape="0"/>
          </a:effectLst>
          <a:scene3d>
            <a:camera prst="orthographicFront"/>
            <a:lightRig rig="threePt" dir="t"/>
          </a:scene3d>
          <a:sp3d>
            <a:bevelT prst="angle"/>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000" b="1" dirty="0">
                <a:ln w="0"/>
                <a:solidFill>
                  <a:srgbClr val="666699"/>
                </a:solidFill>
                <a:effectLst>
                  <a:outerShdw blurRad="38100" dist="19050" dir="2700000" algn="tl" rotWithShape="0">
                    <a:schemeClr val="dk1">
                      <a:alpha val="40000"/>
                    </a:schemeClr>
                  </a:outerShdw>
                </a:effectLst>
              </a:rPr>
              <a:t>Conclusion</a:t>
            </a:r>
          </a:p>
        </p:txBody>
      </p:sp>
      <p:sp>
        <p:nvSpPr>
          <p:cNvPr id="7" name="TextBox 6">
            <a:extLst>
              <a:ext uri="{FF2B5EF4-FFF2-40B4-BE49-F238E27FC236}">
                <a16:creationId xmlns:a16="http://schemas.microsoft.com/office/drawing/2014/main" id="{0439467B-68A2-6926-3688-FD512853D7FE}"/>
              </a:ext>
            </a:extLst>
          </p:cNvPr>
          <p:cNvSpPr txBox="1"/>
          <p:nvPr/>
        </p:nvSpPr>
        <p:spPr>
          <a:xfrm>
            <a:off x="862445" y="1461205"/>
            <a:ext cx="9985664" cy="3170099"/>
          </a:xfrm>
          <a:prstGeom prst="rect">
            <a:avLst/>
          </a:prstGeom>
          <a:noFill/>
        </p:spPr>
        <p:txBody>
          <a:bodyPr wrap="square">
            <a:spAutoFit/>
          </a:bodyPr>
          <a:lstStyle/>
          <a:p>
            <a:pPr algn="just"/>
            <a:r>
              <a:rPr lang="en-IN" sz="2000" dirty="0"/>
              <a:t>The Carbon Credit Management System provides a secure and transparent solution for managing carbon reduction projects, carbon credits, and trading activities. The system uses DBMS concepts such as relational tables, constraints, views, stored procedures, and triggers to ensure accurate data storage and efficient operations. It enables organizations to track credit generation, monitor carbon usage, and make informed decisions based on their credit balance. The verifier-based approval process improves reliability, while the marketplace allows secure buying and selling of carbon credits. Overall, the system helps improve transparency, reduce manual errors, and supports effective carbon credit management for sustainable environmental practices.</a:t>
            </a:r>
          </a:p>
        </p:txBody>
      </p:sp>
      <p:pic>
        <p:nvPicPr>
          <p:cNvPr id="9" name="Picture 8">
            <a:extLst>
              <a:ext uri="{FF2B5EF4-FFF2-40B4-BE49-F238E27FC236}">
                <a16:creationId xmlns:a16="http://schemas.microsoft.com/office/drawing/2014/main" id="{69B18FED-64FA-A8BC-24B0-1B3669463DAC}"/>
              </a:ext>
            </a:extLst>
          </p:cNvPr>
          <p:cNvPicPr>
            <a:picLocks noChangeAspect="1"/>
          </p:cNvPicPr>
          <p:nvPr/>
        </p:nvPicPr>
        <p:blipFill>
          <a:blip r:embed="rId2"/>
          <a:stretch>
            <a:fillRect/>
          </a:stretch>
        </p:blipFill>
        <p:spPr>
          <a:xfrm>
            <a:off x="9321405" y="4301836"/>
            <a:ext cx="2762636" cy="2556164"/>
          </a:xfrm>
          <a:prstGeom prst="rect">
            <a:avLst/>
          </a:prstGeom>
        </p:spPr>
      </p:pic>
    </p:spTree>
    <p:extLst>
      <p:ext uri="{BB962C8B-B14F-4D97-AF65-F5344CB8AC3E}">
        <p14:creationId xmlns:p14="http://schemas.microsoft.com/office/powerpoint/2010/main" val="336305411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924FC74-751F-92BB-FE8C-8F099E47883E}"/>
              </a:ext>
            </a:extLst>
          </p:cNvPr>
          <p:cNvPicPr>
            <a:picLocks noChangeAspect="1"/>
          </p:cNvPicPr>
          <p:nvPr/>
        </p:nvPicPr>
        <p:blipFill>
          <a:blip r:embed="rId2"/>
          <a:stretch>
            <a:fillRect/>
          </a:stretch>
        </p:blipFill>
        <p:spPr>
          <a:xfrm>
            <a:off x="1" y="0"/>
            <a:ext cx="12192000" cy="6858000"/>
          </a:xfrm>
          <a:prstGeom prst="rect">
            <a:avLst/>
          </a:prstGeom>
        </p:spPr>
      </p:pic>
    </p:spTree>
    <p:extLst>
      <p:ext uri="{BB962C8B-B14F-4D97-AF65-F5344CB8AC3E}">
        <p14:creationId xmlns:p14="http://schemas.microsoft.com/office/powerpoint/2010/main" val="1662958708"/>
      </p:ext>
    </p:extLst>
  </p:cSld>
  <p:clrMapOvr>
    <a:masterClrMapping/>
  </p:clrMapOvr>
</p:sld>
</file>

<file path=ppt/theme/theme1.xml><?xml version="1.0" encoding="utf-8"?>
<a:theme xmlns:a="http://schemas.openxmlformats.org/drawingml/2006/main" name="Axis">
  <a:themeElements>
    <a:clrScheme name="Southwestern">
      <a:dk1>
        <a:srgbClr val="000000"/>
      </a:dk1>
      <a:lt1>
        <a:srgbClr val="FFFFFF"/>
      </a:lt1>
      <a:dk2>
        <a:srgbClr val="0E2841"/>
      </a:dk2>
      <a:lt2>
        <a:srgbClr val="E8E8E8"/>
      </a:lt2>
      <a:accent1>
        <a:srgbClr val="A8BABF"/>
      </a:accent1>
      <a:accent2>
        <a:srgbClr val="C16A38"/>
      </a:accent2>
      <a:accent3>
        <a:srgbClr val="7B441F"/>
      </a:accent3>
      <a:accent4>
        <a:srgbClr val="DAC68B"/>
      </a:accent4>
      <a:accent5>
        <a:srgbClr val="B6BAA5"/>
      </a:accent5>
      <a:accent6>
        <a:srgbClr val="716C34"/>
      </a:accent6>
      <a:hlink>
        <a:srgbClr val="467886"/>
      </a:hlink>
      <a:folHlink>
        <a:srgbClr val="96607D"/>
      </a:folHlink>
    </a:clrScheme>
    <a:fontScheme name="Custom 13">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xis" id="{2A75EA04-0AE5-4074-9538-7DA6C138DAE9}" vid="{E39B6906-D52F-4B95-B43C-27F512CB479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Axis</Template>
  <TotalTime>536</TotalTime>
  <Words>1385</Words>
  <Application>Microsoft Office PowerPoint</Application>
  <PresentationFormat>Widescreen</PresentationFormat>
  <Paragraphs>292</Paragraphs>
  <Slides>22</Slides>
  <Notes>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22</vt:i4>
      </vt:variant>
    </vt:vector>
  </HeadingPairs>
  <TitlesOfParts>
    <vt:vector size="27" baseType="lpstr">
      <vt:lpstr>Arial</vt:lpstr>
      <vt:lpstr>Calibri</vt:lpstr>
      <vt:lpstr>Neue Haas Grotesk Text Pro</vt:lpstr>
      <vt:lpstr>Wingdings</vt:lpstr>
      <vt:lpstr>Axis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poojitha devineni</dc:creator>
  <cp:lastModifiedBy>yamma</cp:lastModifiedBy>
  <cp:revision>9</cp:revision>
  <dcterms:created xsi:type="dcterms:W3CDTF">2026-08-19T12:00:46Z</dcterms:created>
  <dcterms:modified xsi:type="dcterms:W3CDTF">2026-08-20T05:47:57Z</dcterms:modified>
</cp:coreProperties>
</file>